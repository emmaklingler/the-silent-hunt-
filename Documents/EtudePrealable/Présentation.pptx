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7" r:id="rId2"/>
    <p:sldId id="259" r:id="rId3"/>
    <p:sldId id="256" r:id="rId4"/>
    <p:sldId id="262" r:id="rId5"/>
    <p:sldId id="266" r:id="rId6"/>
    <p:sldId id="265" r:id="rId7"/>
    <p:sldId id="268" r:id="rId8"/>
    <p:sldId id="267" r:id="rId9"/>
    <p:sldId id="270" r:id="rId10"/>
    <p:sldId id="271" r:id="rId11"/>
    <p:sldId id="272" r:id="rId12"/>
    <p:sldId id="273"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11D0F"/>
    <a:srgbClr val="000000"/>
    <a:srgbClr val="AEAEAE"/>
    <a:srgbClr val="79D25A"/>
    <a:srgbClr val="9D0303"/>
    <a:srgbClr val="AB57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EEABF8-E7B2-4FEF-BB26-ACCCE5EE3E36}" v="244" dt="2025-11-07T11:31:40.106"/>
    <p1510:client id="{5EC2FE2B-00E8-D545-CCDF-0749940AAC5E}" v="83" dt="2025-11-07T12:30:26.1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tilisateur invité" providerId="Windows Live" clId="Web-{5EC2FE2B-00E8-D545-CCDF-0749940AAC5E}"/>
    <pc:docChg chg="addSld delSld modSld">
      <pc:chgData name="Utilisateur invité" userId="" providerId="Windows Live" clId="Web-{5EC2FE2B-00E8-D545-CCDF-0749940AAC5E}" dt="2025-11-07T12:37:29.858" v="81"/>
      <pc:docMkLst>
        <pc:docMk/>
      </pc:docMkLst>
      <pc:sldChg chg="modNotes">
        <pc:chgData name="Utilisateur invité" userId="" providerId="Windows Live" clId="Web-{5EC2FE2B-00E8-D545-CCDF-0749940AAC5E}" dt="2025-11-07T12:28:44.564" v="46"/>
        <pc:sldMkLst>
          <pc:docMk/>
          <pc:sldMk cId="1452777888" sldId="262"/>
        </pc:sldMkLst>
      </pc:sldChg>
      <pc:sldChg chg="modSp">
        <pc:chgData name="Utilisateur invité" userId="" providerId="Windows Live" clId="Web-{5EC2FE2B-00E8-D545-CCDF-0749940AAC5E}" dt="2025-11-07T12:30:24.943" v="63" actId="20577"/>
        <pc:sldMkLst>
          <pc:docMk/>
          <pc:sldMk cId="1195386370" sldId="263"/>
        </pc:sldMkLst>
        <pc:spChg chg="mod">
          <ac:chgData name="Utilisateur invité" userId="" providerId="Windows Live" clId="Web-{5EC2FE2B-00E8-D545-CCDF-0749940AAC5E}" dt="2025-11-07T11:53:02.244" v="29" actId="1076"/>
          <ac:spMkLst>
            <pc:docMk/>
            <pc:sldMk cId="1195386370" sldId="263"/>
            <ac:spMk id="2" creationId="{BEA5CDE6-81EC-2028-BC2C-833111B2F230}"/>
          </ac:spMkLst>
        </pc:spChg>
        <pc:spChg chg="mod">
          <ac:chgData name="Utilisateur invité" userId="" providerId="Windows Live" clId="Web-{5EC2FE2B-00E8-D545-CCDF-0749940AAC5E}" dt="2025-11-07T11:53:02.244" v="30" actId="1076"/>
          <ac:spMkLst>
            <pc:docMk/>
            <pc:sldMk cId="1195386370" sldId="263"/>
            <ac:spMk id="3" creationId="{122AB683-1BD7-717E-2A05-4D694B96F0E0}"/>
          </ac:spMkLst>
        </pc:spChg>
        <pc:spChg chg="mod">
          <ac:chgData name="Utilisateur invité" userId="" providerId="Windows Live" clId="Web-{5EC2FE2B-00E8-D545-CCDF-0749940AAC5E}" dt="2025-11-07T12:30:24.943" v="63" actId="20577"/>
          <ac:spMkLst>
            <pc:docMk/>
            <pc:sldMk cId="1195386370" sldId="263"/>
            <ac:spMk id="7" creationId="{D16ED2FB-288F-AF0E-C0C5-69F6DCC1155C}"/>
          </ac:spMkLst>
        </pc:spChg>
        <pc:spChg chg="mod">
          <ac:chgData name="Utilisateur invité" userId="" providerId="Windows Live" clId="Web-{5EC2FE2B-00E8-D545-CCDF-0749940AAC5E}" dt="2025-11-07T11:53:02.260" v="31" actId="1076"/>
          <ac:spMkLst>
            <pc:docMk/>
            <pc:sldMk cId="1195386370" sldId="263"/>
            <ac:spMk id="16" creationId="{6914B499-A797-DF1C-0DD6-966AA1CF7A43}"/>
          </ac:spMkLst>
        </pc:spChg>
        <pc:spChg chg="mod">
          <ac:chgData name="Utilisateur invité" userId="" providerId="Windows Live" clId="Web-{5EC2FE2B-00E8-D545-CCDF-0749940AAC5E}" dt="2025-11-07T11:53:02.275" v="32" actId="1076"/>
          <ac:spMkLst>
            <pc:docMk/>
            <pc:sldMk cId="1195386370" sldId="263"/>
            <ac:spMk id="17" creationId="{1224AD90-C7A3-092E-298E-C714BEC41538}"/>
          </ac:spMkLst>
        </pc:spChg>
        <pc:spChg chg="mod">
          <ac:chgData name="Utilisateur invité" userId="" providerId="Windows Live" clId="Web-{5EC2FE2B-00E8-D545-CCDF-0749940AAC5E}" dt="2025-11-07T11:53:02.275" v="33" actId="1076"/>
          <ac:spMkLst>
            <pc:docMk/>
            <pc:sldMk cId="1195386370" sldId="263"/>
            <ac:spMk id="18" creationId="{B149696F-7AD8-C2BD-D668-C783B92BC437}"/>
          </ac:spMkLst>
        </pc:spChg>
        <pc:picChg chg="mod">
          <ac:chgData name="Utilisateur invité" userId="" providerId="Windows Live" clId="Web-{5EC2FE2B-00E8-D545-CCDF-0749940AAC5E}" dt="2025-11-07T11:53:08.041" v="35" actId="1076"/>
          <ac:picMkLst>
            <pc:docMk/>
            <pc:sldMk cId="1195386370" sldId="263"/>
            <ac:picMk id="6" creationId="{54A8F880-3C75-3628-906E-A09236B3D583}"/>
          </ac:picMkLst>
        </pc:picChg>
      </pc:sldChg>
      <pc:sldChg chg="modSp">
        <pc:chgData name="Utilisateur invité" userId="" providerId="Windows Live" clId="Web-{5EC2FE2B-00E8-D545-CCDF-0749940AAC5E}" dt="2025-11-07T12:28:09.468" v="45" actId="20577"/>
        <pc:sldMkLst>
          <pc:docMk/>
          <pc:sldMk cId="1517685866" sldId="265"/>
        </pc:sldMkLst>
        <pc:spChg chg="mod">
          <ac:chgData name="Utilisateur invité" userId="" providerId="Windows Live" clId="Web-{5EC2FE2B-00E8-D545-CCDF-0749940AAC5E}" dt="2025-11-07T12:28:01.905" v="42" actId="20577"/>
          <ac:spMkLst>
            <pc:docMk/>
            <pc:sldMk cId="1517685866" sldId="265"/>
            <ac:spMk id="6" creationId="{D8E1B781-0842-4301-CA79-4E1F78B56029}"/>
          </ac:spMkLst>
        </pc:spChg>
        <pc:spChg chg="mod">
          <ac:chgData name="Utilisateur invité" userId="" providerId="Windows Live" clId="Web-{5EC2FE2B-00E8-D545-CCDF-0749940AAC5E}" dt="2025-11-07T12:28:09.468" v="45" actId="20577"/>
          <ac:spMkLst>
            <pc:docMk/>
            <pc:sldMk cId="1517685866" sldId="265"/>
            <ac:spMk id="10" creationId="{FC929D71-BC92-D201-37CE-6D193C907286}"/>
          </ac:spMkLst>
        </pc:spChg>
        <pc:spChg chg="mod">
          <ac:chgData name="Utilisateur invité" userId="" providerId="Windows Live" clId="Web-{5EC2FE2B-00E8-D545-CCDF-0749940AAC5E}" dt="2025-11-07T11:51:26.722" v="20" actId="1076"/>
          <ac:spMkLst>
            <pc:docMk/>
            <pc:sldMk cId="1517685866" sldId="265"/>
            <ac:spMk id="24" creationId="{681A4D9E-735B-1620-2B48-193E4511BFD7}"/>
          </ac:spMkLst>
        </pc:spChg>
      </pc:sldChg>
      <pc:sldChg chg="addSp delSp modSp">
        <pc:chgData name="Utilisateur invité" userId="" providerId="Windows Live" clId="Web-{5EC2FE2B-00E8-D545-CCDF-0749940AAC5E}" dt="2025-11-07T11:52:14.194" v="27" actId="14100"/>
        <pc:sldMkLst>
          <pc:docMk/>
          <pc:sldMk cId="2037455230" sldId="266"/>
        </pc:sldMkLst>
        <pc:picChg chg="add mod">
          <ac:chgData name="Utilisateur invité" userId="" providerId="Windows Live" clId="Web-{5EC2FE2B-00E8-D545-CCDF-0749940AAC5E}" dt="2025-11-07T11:52:05.756" v="26" actId="14100"/>
          <ac:picMkLst>
            <pc:docMk/>
            <pc:sldMk cId="2037455230" sldId="266"/>
            <ac:picMk id="3" creationId="{D8518AB5-F89B-05D0-8C40-631F5A28CF38}"/>
          </ac:picMkLst>
        </pc:picChg>
        <pc:picChg chg="mod ord">
          <ac:chgData name="Utilisateur invité" userId="" providerId="Windows Live" clId="Web-{5EC2FE2B-00E8-D545-CCDF-0749940AAC5E}" dt="2025-11-07T11:52:14.194" v="27" actId="14100"/>
          <ac:picMkLst>
            <pc:docMk/>
            <pc:sldMk cId="2037455230" sldId="266"/>
            <ac:picMk id="1026" creationId="{193277C4-F1FF-15E8-F2BE-574E701DE9E0}"/>
          </ac:picMkLst>
        </pc:picChg>
        <pc:picChg chg="del">
          <ac:chgData name="Utilisateur invité" userId="" providerId="Windows Live" clId="Web-{5EC2FE2B-00E8-D545-CCDF-0749940AAC5E}" dt="2025-11-07T11:44:59.588" v="0"/>
          <ac:picMkLst>
            <pc:docMk/>
            <pc:sldMk cId="2037455230" sldId="266"/>
            <ac:picMk id="1028" creationId="{BFEA5935-F583-2491-FDF6-780B8A7EBF14}"/>
          </ac:picMkLst>
        </pc:picChg>
      </pc:sldChg>
      <pc:sldChg chg="modNotes">
        <pc:chgData name="Utilisateur invité" userId="" providerId="Windows Live" clId="Web-{5EC2FE2B-00E8-D545-CCDF-0749940AAC5E}" dt="2025-11-07T12:37:29.858" v="81"/>
        <pc:sldMkLst>
          <pc:docMk/>
          <pc:sldMk cId="12921127" sldId="273"/>
        </pc:sldMkLst>
      </pc:sldChg>
      <pc:sldChg chg="addSp delSp modSp add del replId">
        <pc:chgData name="Utilisateur invité" userId="" providerId="Windows Live" clId="Web-{5EC2FE2B-00E8-D545-CCDF-0749940AAC5E}" dt="2025-11-07T11:52:27.336" v="28"/>
        <pc:sldMkLst>
          <pc:docMk/>
          <pc:sldMk cId="1945536481" sldId="274"/>
        </pc:sldMkLst>
        <pc:picChg chg="add mod">
          <ac:chgData name="Utilisateur invité" userId="" providerId="Windows Live" clId="Web-{5EC2FE2B-00E8-D545-CCDF-0749940AAC5E}" dt="2025-11-07T11:45:33.901" v="11" actId="14100"/>
          <ac:picMkLst>
            <pc:docMk/>
            <pc:sldMk cId="1945536481" sldId="274"/>
            <ac:picMk id="2" creationId="{C1E84544-53AC-B55A-BA45-598C57A5F7F0}"/>
          </ac:picMkLst>
        </pc:picChg>
        <pc:picChg chg="del">
          <ac:chgData name="Utilisateur invité" userId="" providerId="Windows Live" clId="Web-{5EC2FE2B-00E8-D545-CCDF-0749940AAC5E}" dt="2025-11-07T11:45:15.839" v="6"/>
          <ac:picMkLst>
            <pc:docMk/>
            <pc:sldMk cId="1945536481" sldId="274"/>
            <ac:picMk id="1026" creationId="{8A6FDDBF-80DB-84FF-74C3-AFAF73106658}"/>
          </ac:picMkLst>
        </pc:picChg>
      </pc:sldChg>
      <pc:sldChg chg="addSp delSp modSp add del replId">
        <pc:chgData name="Utilisateur invité" userId="" providerId="Windows Live" clId="Web-{5EC2FE2B-00E8-D545-CCDF-0749940AAC5E}" dt="2025-11-07T11:49:32.295" v="18"/>
        <pc:sldMkLst>
          <pc:docMk/>
          <pc:sldMk cId="2612045962" sldId="275"/>
        </pc:sldMkLst>
        <pc:picChg chg="del">
          <ac:chgData name="Utilisateur invité" userId="" providerId="Windows Live" clId="Web-{5EC2FE2B-00E8-D545-CCDF-0749940AAC5E}" dt="2025-11-07T11:46:14.214" v="13"/>
          <ac:picMkLst>
            <pc:docMk/>
            <pc:sldMk cId="2612045962" sldId="275"/>
            <ac:picMk id="2" creationId="{FDA6F41A-DEDD-F553-F83E-D1A83992F7D2}"/>
          </ac:picMkLst>
        </pc:picChg>
        <pc:picChg chg="add mod">
          <ac:chgData name="Utilisateur invité" userId="" providerId="Windows Live" clId="Web-{5EC2FE2B-00E8-D545-CCDF-0749940AAC5E}" dt="2025-11-07T11:46:52.856" v="17" actId="14100"/>
          <ac:picMkLst>
            <pc:docMk/>
            <pc:sldMk cId="2612045962" sldId="275"/>
            <ac:picMk id="3" creationId="{2E0219D3-783D-758A-7A49-A41C37CA828B}"/>
          </ac:picMkLst>
        </pc:picChg>
      </pc:sldChg>
    </pc:docChg>
  </pc:docChgLst>
  <pc:docChgLst>
    <pc:chgData name="Hugo Rochedreux" userId="6288e003abb40449" providerId="LiveId" clId="{C4C12EDA-F8C2-415D-A87B-352695C8B9B1}"/>
    <pc:docChg chg="undo redo custSel addSld delSld modSld sldOrd">
      <pc:chgData name="Hugo Rochedreux" userId="6288e003abb40449" providerId="LiveId" clId="{C4C12EDA-F8C2-415D-A87B-352695C8B9B1}" dt="2025-11-07T11:31:40.106" v="4231" actId="20577"/>
      <pc:docMkLst>
        <pc:docMk/>
      </pc:docMkLst>
      <pc:sldChg chg="addSp delSp modSp mod">
        <pc:chgData name="Hugo Rochedreux" userId="6288e003abb40449" providerId="LiveId" clId="{C4C12EDA-F8C2-415D-A87B-352695C8B9B1}" dt="2025-11-07T11:24:49.037" v="4230" actId="20577"/>
        <pc:sldMkLst>
          <pc:docMk/>
          <pc:sldMk cId="2351590738" sldId="256"/>
        </pc:sldMkLst>
        <pc:spChg chg="add mod">
          <ac:chgData name="Hugo Rochedreux" userId="6288e003abb40449" providerId="LiveId" clId="{C4C12EDA-F8C2-415D-A87B-352695C8B9B1}" dt="2025-11-06T17:28:32.242" v="2685" actId="404"/>
          <ac:spMkLst>
            <pc:docMk/>
            <pc:sldMk cId="2351590738" sldId="256"/>
            <ac:spMk id="2" creationId="{362F5883-396E-3EF3-E0CF-4D541FB73FA4}"/>
          </ac:spMkLst>
        </pc:spChg>
        <pc:spChg chg="add mod ord">
          <ac:chgData name="Hugo Rochedreux" userId="6288e003abb40449" providerId="LiveId" clId="{C4C12EDA-F8C2-415D-A87B-352695C8B9B1}" dt="2025-11-06T20:32:47.949" v="3254" actId="1076"/>
          <ac:spMkLst>
            <pc:docMk/>
            <pc:sldMk cId="2351590738" sldId="256"/>
            <ac:spMk id="3" creationId="{C4155022-8232-E18E-89F5-4E626CACC9E1}"/>
          </ac:spMkLst>
        </pc:spChg>
        <pc:spChg chg="add mod ord">
          <ac:chgData name="Hugo Rochedreux" userId="6288e003abb40449" providerId="LiveId" clId="{C4C12EDA-F8C2-415D-A87B-352695C8B9B1}" dt="2025-11-06T17:30:06.016" v="2759" actId="1076"/>
          <ac:spMkLst>
            <pc:docMk/>
            <pc:sldMk cId="2351590738" sldId="256"/>
            <ac:spMk id="4" creationId="{647C4998-5F12-25A5-5443-38486E325137}"/>
          </ac:spMkLst>
        </pc:spChg>
        <pc:spChg chg="add mod ord">
          <ac:chgData name="Hugo Rochedreux" userId="6288e003abb40449" providerId="LiveId" clId="{C4C12EDA-F8C2-415D-A87B-352695C8B9B1}" dt="2025-11-06T17:29:55.057" v="2756" actId="1076"/>
          <ac:spMkLst>
            <pc:docMk/>
            <pc:sldMk cId="2351590738" sldId="256"/>
            <ac:spMk id="6" creationId="{E3D2F80C-09B8-9A2B-4889-B87586DE0FC4}"/>
          </ac:spMkLst>
        </pc:spChg>
        <pc:spChg chg="add mod ord">
          <ac:chgData name="Hugo Rochedreux" userId="6288e003abb40449" providerId="LiveId" clId="{C4C12EDA-F8C2-415D-A87B-352695C8B9B1}" dt="2025-11-06T17:29:55.057" v="2756" actId="1076"/>
          <ac:spMkLst>
            <pc:docMk/>
            <pc:sldMk cId="2351590738" sldId="256"/>
            <ac:spMk id="7" creationId="{B0FC29CB-1CC0-68FA-736C-256F15FCC8DA}"/>
          </ac:spMkLst>
        </pc:spChg>
        <pc:spChg chg="add mod ord">
          <ac:chgData name="Hugo Rochedreux" userId="6288e003abb40449" providerId="LiveId" clId="{C4C12EDA-F8C2-415D-A87B-352695C8B9B1}" dt="2025-11-06T17:29:55.057" v="2756" actId="1076"/>
          <ac:spMkLst>
            <pc:docMk/>
            <pc:sldMk cId="2351590738" sldId="256"/>
            <ac:spMk id="8" creationId="{7150B612-9F9C-0C1A-295A-26C85D483DB8}"/>
          </ac:spMkLst>
        </pc:spChg>
        <pc:spChg chg="add mod ord">
          <ac:chgData name="Hugo Rochedreux" userId="6288e003abb40449" providerId="LiveId" clId="{C4C12EDA-F8C2-415D-A87B-352695C8B9B1}" dt="2025-11-06T17:29:55.057" v="2756" actId="1076"/>
          <ac:spMkLst>
            <pc:docMk/>
            <pc:sldMk cId="2351590738" sldId="256"/>
            <ac:spMk id="9" creationId="{B06DABB0-4198-403C-BB62-3B2A061EBD13}"/>
          </ac:spMkLst>
        </pc:spChg>
        <pc:spChg chg="add mod ord">
          <ac:chgData name="Hugo Rochedreux" userId="6288e003abb40449" providerId="LiveId" clId="{C4C12EDA-F8C2-415D-A87B-352695C8B9B1}" dt="2025-11-06T17:29:55.057" v="2756" actId="1076"/>
          <ac:spMkLst>
            <pc:docMk/>
            <pc:sldMk cId="2351590738" sldId="256"/>
            <ac:spMk id="10" creationId="{03B5AA9A-6394-274C-15C6-A047EB25FE66}"/>
          </ac:spMkLst>
        </pc:spChg>
        <pc:spChg chg="mod">
          <ac:chgData name="Hugo Rochedreux" userId="6288e003abb40449" providerId="LiveId" clId="{C4C12EDA-F8C2-415D-A87B-352695C8B9B1}" dt="2025-11-06T17:22:28.689" v="2343" actId="790"/>
          <ac:spMkLst>
            <pc:docMk/>
            <pc:sldMk cId="2351590738" sldId="256"/>
            <ac:spMk id="24" creationId="{1FFF5BD8-B127-18B7-B86A-B8B6D90095C5}"/>
          </ac:spMkLst>
        </pc:spChg>
        <pc:spChg chg="mod">
          <ac:chgData name="Hugo Rochedreux" userId="6288e003abb40449" providerId="LiveId" clId="{C4C12EDA-F8C2-415D-A87B-352695C8B9B1}" dt="2025-11-07T11:24:49.037" v="4230" actId="20577"/>
          <ac:spMkLst>
            <pc:docMk/>
            <pc:sldMk cId="2351590738" sldId="256"/>
            <ac:spMk id="25" creationId="{0C3A8C2B-0D49-6030-1A8D-87D2C3B44513}"/>
          </ac:spMkLst>
        </pc:spChg>
        <pc:spChg chg="mod">
          <ac:chgData name="Hugo Rochedreux" userId="6288e003abb40449" providerId="LiveId" clId="{C4C12EDA-F8C2-415D-A87B-352695C8B9B1}" dt="2025-11-06T17:22:28.689" v="2343" actId="790"/>
          <ac:spMkLst>
            <pc:docMk/>
            <pc:sldMk cId="2351590738" sldId="256"/>
            <ac:spMk id="26" creationId="{5C15852A-CF56-4723-4528-BC07DF18B960}"/>
          </ac:spMkLst>
        </pc:spChg>
        <pc:spChg chg="mod">
          <ac:chgData name="Hugo Rochedreux" userId="6288e003abb40449" providerId="LiveId" clId="{C4C12EDA-F8C2-415D-A87B-352695C8B9B1}" dt="2025-11-06T17:29:26.437" v="2724" actId="1036"/>
          <ac:spMkLst>
            <pc:docMk/>
            <pc:sldMk cId="2351590738" sldId="256"/>
            <ac:spMk id="27" creationId="{2D548544-A6A8-7B77-AB41-18306E8B4263}"/>
          </ac:spMkLst>
        </pc:spChg>
        <pc:spChg chg="mod">
          <ac:chgData name="Hugo Rochedreux" userId="6288e003abb40449" providerId="LiveId" clId="{C4C12EDA-F8C2-415D-A87B-352695C8B9B1}" dt="2025-11-06T17:29:26.437" v="2724" actId="1036"/>
          <ac:spMkLst>
            <pc:docMk/>
            <pc:sldMk cId="2351590738" sldId="256"/>
            <ac:spMk id="28" creationId="{755F3224-2047-A61C-79A6-D256E9344986}"/>
          </ac:spMkLst>
        </pc:spChg>
        <pc:picChg chg="add del mod">
          <ac:chgData name="Hugo Rochedreux" userId="6288e003abb40449" providerId="LiveId" clId="{C4C12EDA-F8C2-415D-A87B-352695C8B9B1}" dt="2025-11-06T17:29:43.094" v="2752" actId="478"/>
          <ac:picMkLst>
            <pc:docMk/>
            <pc:sldMk cId="2351590738" sldId="256"/>
            <ac:picMk id="5" creationId="{B2CDC373-A5DC-8C2B-16F3-0A75CC2D571F}"/>
          </ac:picMkLst>
        </pc:picChg>
        <pc:picChg chg="add del mod">
          <ac:chgData name="Hugo Rochedreux" userId="6288e003abb40449" providerId="LiveId" clId="{C4C12EDA-F8C2-415D-A87B-352695C8B9B1}" dt="2025-11-06T20:32:51.771" v="3256" actId="21"/>
          <ac:picMkLst>
            <pc:docMk/>
            <pc:sldMk cId="2351590738" sldId="256"/>
            <ac:picMk id="11" creationId="{7E14381F-291F-51A0-5E41-DC2F9410CE5B}"/>
          </ac:picMkLst>
        </pc:picChg>
        <pc:picChg chg="add del mod">
          <ac:chgData name="Hugo Rochedreux" userId="6288e003abb40449" providerId="LiveId" clId="{C4C12EDA-F8C2-415D-A87B-352695C8B9B1}" dt="2025-11-06T20:32:51.771" v="3256" actId="21"/>
          <ac:picMkLst>
            <pc:docMk/>
            <pc:sldMk cId="2351590738" sldId="256"/>
            <ac:picMk id="13" creationId="{90BA7538-937A-3563-52B9-10A9B5DE0ECC}"/>
          </ac:picMkLst>
        </pc:picChg>
        <pc:picChg chg="add del mod">
          <ac:chgData name="Hugo Rochedreux" userId="6288e003abb40449" providerId="LiveId" clId="{C4C12EDA-F8C2-415D-A87B-352695C8B9B1}" dt="2025-11-06T20:32:51.771" v="3256" actId="21"/>
          <ac:picMkLst>
            <pc:docMk/>
            <pc:sldMk cId="2351590738" sldId="256"/>
            <ac:picMk id="15" creationId="{8D5BF9DF-A93C-CB3D-078F-52425AFD702B}"/>
          </ac:picMkLst>
        </pc:picChg>
        <pc:picChg chg="add mod">
          <ac:chgData name="Hugo Rochedreux" userId="6288e003abb40449" providerId="LiveId" clId="{C4C12EDA-F8C2-415D-A87B-352695C8B9B1}" dt="2025-11-06T20:34:13.647" v="3272"/>
          <ac:picMkLst>
            <pc:docMk/>
            <pc:sldMk cId="2351590738" sldId="256"/>
            <ac:picMk id="16" creationId="{9543C307-C4AF-544E-F139-817805841126}"/>
          </ac:picMkLst>
        </pc:picChg>
        <pc:picChg chg="add mod">
          <ac:chgData name="Hugo Rochedreux" userId="6288e003abb40449" providerId="LiveId" clId="{C4C12EDA-F8C2-415D-A87B-352695C8B9B1}" dt="2025-11-06T20:34:13.647" v="3272"/>
          <ac:picMkLst>
            <pc:docMk/>
            <pc:sldMk cId="2351590738" sldId="256"/>
            <ac:picMk id="17" creationId="{CCC8C1FF-6989-A76C-C616-581899E5348F}"/>
          </ac:picMkLst>
        </pc:picChg>
        <pc:picChg chg="add mod">
          <ac:chgData name="Hugo Rochedreux" userId="6288e003abb40449" providerId="LiveId" clId="{C4C12EDA-F8C2-415D-A87B-352695C8B9B1}" dt="2025-11-06T20:34:13.647" v="3272"/>
          <ac:picMkLst>
            <pc:docMk/>
            <pc:sldMk cId="2351590738" sldId="256"/>
            <ac:picMk id="18" creationId="{471F4507-BE3C-08BD-1A40-E99A73BE23E9}"/>
          </ac:picMkLst>
        </pc:picChg>
        <pc:picChg chg="add mod">
          <ac:chgData name="Hugo Rochedreux" userId="6288e003abb40449" providerId="LiveId" clId="{C4C12EDA-F8C2-415D-A87B-352695C8B9B1}" dt="2025-11-06T20:35:16.691" v="3291" actId="1076"/>
          <ac:picMkLst>
            <pc:docMk/>
            <pc:sldMk cId="2351590738" sldId="256"/>
            <ac:picMk id="19" creationId="{902FF28C-EFB0-B2F4-BA21-96CAB5238FC2}"/>
          </ac:picMkLst>
        </pc:picChg>
        <pc:picChg chg="add del mod">
          <ac:chgData name="Hugo Rochedreux" userId="6288e003abb40449" providerId="LiveId" clId="{C4C12EDA-F8C2-415D-A87B-352695C8B9B1}" dt="2025-11-06T20:35:26.660" v="3292" actId="478"/>
          <ac:picMkLst>
            <pc:docMk/>
            <pc:sldMk cId="2351590738" sldId="256"/>
            <ac:picMk id="20" creationId="{12B58138-1925-0D77-95C7-33A0B38D0E77}"/>
          </ac:picMkLst>
        </pc:picChg>
        <pc:picChg chg="add del mod">
          <ac:chgData name="Hugo Rochedreux" userId="6288e003abb40449" providerId="LiveId" clId="{C4C12EDA-F8C2-415D-A87B-352695C8B9B1}" dt="2025-11-06T20:35:26.660" v="3292" actId="478"/>
          <ac:picMkLst>
            <pc:docMk/>
            <pc:sldMk cId="2351590738" sldId="256"/>
            <ac:picMk id="21" creationId="{E6D0E12C-7E22-F272-C7FE-F78F8BD8398C}"/>
          </ac:picMkLst>
        </pc:picChg>
      </pc:sldChg>
      <pc:sldChg chg="addSp delSp modSp mod">
        <pc:chgData name="Hugo Rochedreux" userId="6288e003abb40449" providerId="LiveId" clId="{C4C12EDA-F8C2-415D-A87B-352695C8B9B1}" dt="2025-11-06T20:35:02.463" v="3288" actId="1076"/>
        <pc:sldMkLst>
          <pc:docMk/>
          <pc:sldMk cId="3568736198" sldId="257"/>
        </pc:sldMkLst>
        <pc:spChg chg="mod">
          <ac:chgData name="Hugo Rochedreux" userId="6288e003abb40449" providerId="LiveId" clId="{C4C12EDA-F8C2-415D-A87B-352695C8B9B1}" dt="2025-11-06T17:22:28.689" v="2343" actId="790"/>
          <ac:spMkLst>
            <pc:docMk/>
            <pc:sldMk cId="3568736198" sldId="257"/>
            <ac:spMk id="6" creationId="{D3691A86-5E59-B7D2-032A-7FD579C25A46}"/>
          </ac:spMkLst>
        </pc:spChg>
        <pc:spChg chg="mod">
          <ac:chgData name="Hugo Rochedreux" userId="6288e003abb40449" providerId="LiveId" clId="{C4C12EDA-F8C2-415D-A87B-352695C8B9B1}" dt="2025-11-06T20:34:48.816" v="3279" actId="1076"/>
          <ac:spMkLst>
            <pc:docMk/>
            <pc:sldMk cId="3568736198" sldId="257"/>
            <ac:spMk id="7" creationId="{5FB93315-57E4-D42A-8C7F-EC750B130EC0}"/>
          </ac:spMkLst>
        </pc:spChg>
        <pc:spChg chg="mod">
          <ac:chgData name="Hugo Rochedreux" userId="6288e003abb40449" providerId="LiveId" clId="{C4C12EDA-F8C2-415D-A87B-352695C8B9B1}" dt="2025-11-06T17:22:28.689" v="2343" actId="790"/>
          <ac:spMkLst>
            <pc:docMk/>
            <pc:sldMk cId="3568736198" sldId="257"/>
            <ac:spMk id="8" creationId="{DEC7CE5D-B665-D531-E23E-02DB34FF915E}"/>
          </ac:spMkLst>
        </pc:spChg>
        <pc:spChg chg="mod">
          <ac:chgData name="Hugo Rochedreux" userId="6288e003abb40449" providerId="LiveId" clId="{C4C12EDA-F8C2-415D-A87B-352695C8B9B1}" dt="2025-11-06T17:22:28.689" v="2343" actId="790"/>
          <ac:spMkLst>
            <pc:docMk/>
            <pc:sldMk cId="3568736198" sldId="257"/>
            <ac:spMk id="10" creationId="{771740B1-A153-8E0F-9326-DD6C043975A7}"/>
          </ac:spMkLst>
        </pc:spChg>
        <pc:spChg chg="mod">
          <ac:chgData name="Hugo Rochedreux" userId="6288e003abb40449" providerId="LiveId" clId="{C4C12EDA-F8C2-415D-A87B-352695C8B9B1}" dt="2025-11-06T17:22:28.689" v="2343" actId="790"/>
          <ac:spMkLst>
            <pc:docMk/>
            <pc:sldMk cId="3568736198" sldId="257"/>
            <ac:spMk id="11" creationId="{A2F33DE3-7C8C-A5C9-D197-F964A28C6510}"/>
          </ac:spMkLst>
        </pc:spChg>
        <pc:spChg chg="mod">
          <ac:chgData name="Hugo Rochedreux" userId="6288e003abb40449" providerId="LiveId" clId="{C4C12EDA-F8C2-415D-A87B-352695C8B9B1}" dt="2025-11-06T17:22:28.689" v="2343" actId="790"/>
          <ac:spMkLst>
            <pc:docMk/>
            <pc:sldMk cId="3568736198" sldId="257"/>
            <ac:spMk id="12" creationId="{BBAFDB04-CCB5-458E-A8C4-D5490594F5A3}"/>
          </ac:spMkLst>
        </pc:spChg>
        <pc:spChg chg="mod">
          <ac:chgData name="Hugo Rochedreux" userId="6288e003abb40449" providerId="LiveId" clId="{C4C12EDA-F8C2-415D-A87B-352695C8B9B1}" dt="2025-11-06T17:22:28.689" v="2343" actId="790"/>
          <ac:spMkLst>
            <pc:docMk/>
            <pc:sldMk cId="3568736198" sldId="257"/>
            <ac:spMk id="13" creationId="{99EADE2A-72A6-03EE-C721-C9E690FA10CD}"/>
          </ac:spMkLst>
        </pc:spChg>
        <pc:spChg chg="mod">
          <ac:chgData name="Hugo Rochedreux" userId="6288e003abb40449" providerId="LiveId" clId="{C4C12EDA-F8C2-415D-A87B-352695C8B9B1}" dt="2025-11-06T17:22:28.689" v="2343" actId="790"/>
          <ac:spMkLst>
            <pc:docMk/>
            <pc:sldMk cId="3568736198" sldId="257"/>
            <ac:spMk id="14" creationId="{6E0537E0-74B5-02CA-BCEC-FF802367C209}"/>
          </ac:spMkLst>
        </pc:spChg>
        <pc:spChg chg="mod">
          <ac:chgData name="Hugo Rochedreux" userId="6288e003abb40449" providerId="LiveId" clId="{C4C12EDA-F8C2-415D-A87B-352695C8B9B1}" dt="2025-11-06T17:22:28.689" v="2343" actId="790"/>
          <ac:spMkLst>
            <pc:docMk/>
            <pc:sldMk cId="3568736198" sldId="257"/>
            <ac:spMk id="15" creationId="{2232BDF7-BE02-05BA-D4A7-9D6A0B77DBD0}"/>
          </ac:spMkLst>
        </pc:spChg>
        <pc:spChg chg="mod">
          <ac:chgData name="Hugo Rochedreux" userId="6288e003abb40449" providerId="LiveId" clId="{C4C12EDA-F8C2-415D-A87B-352695C8B9B1}" dt="2025-11-06T17:22:28.689" v="2343" actId="790"/>
          <ac:spMkLst>
            <pc:docMk/>
            <pc:sldMk cId="3568736198" sldId="257"/>
            <ac:spMk id="21" creationId="{99753194-DB55-27A6-ED43-696DFA60579D}"/>
          </ac:spMkLst>
        </pc:spChg>
        <pc:picChg chg="add mod">
          <ac:chgData name="Hugo Rochedreux" userId="6288e003abb40449" providerId="LiveId" clId="{C4C12EDA-F8C2-415D-A87B-352695C8B9B1}" dt="2025-11-06T14:47:09.016" v="228" actId="1038"/>
          <ac:picMkLst>
            <pc:docMk/>
            <pc:sldMk cId="3568736198" sldId="257"/>
            <ac:picMk id="2" creationId="{9C6A9CEF-0DDE-5522-02F1-E5E42179657B}"/>
          </ac:picMkLst>
        </pc:picChg>
        <pc:picChg chg="add mod">
          <ac:chgData name="Hugo Rochedreux" userId="6288e003abb40449" providerId="LiveId" clId="{C4C12EDA-F8C2-415D-A87B-352695C8B9B1}" dt="2025-11-06T20:34:57.180" v="3285" actId="688"/>
          <ac:picMkLst>
            <pc:docMk/>
            <pc:sldMk cId="3568736198" sldId="257"/>
            <ac:picMk id="3" creationId="{95C95E4D-889E-725F-0104-08ED7BD5AFA8}"/>
          </ac:picMkLst>
        </pc:picChg>
        <pc:picChg chg="add mod">
          <ac:chgData name="Hugo Rochedreux" userId="6288e003abb40449" providerId="LiveId" clId="{C4C12EDA-F8C2-415D-A87B-352695C8B9B1}" dt="2025-11-06T20:35:02.463" v="3288" actId="1076"/>
          <ac:picMkLst>
            <pc:docMk/>
            <pc:sldMk cId="3568736198" sldId="257"/>
            <ac:picMk id="4" creationId="{02BAF0ED-6973-B142-3EB6-2E5DD634465C}"/>
          </ac:picMkLst>
        </pc:picChg>
        <pc:picChg chg="add del mod">
          <ac:chgData name="Hugo Rochedreux" userId="6288e003abb40449" providerId="LiveId" clId="{C4C12EDA-F8C2-415D-A87B-352695C8B9B1}" dt="2025-11-06T20:34:59.731" v="3286" actId="478"/>
          <ac:picMkLst>
            <pc:docMk/>
            <pc:sldMk cId="3568736198" sldId="257"/>
            <ac:picMk id="5" creationId="{05908469-A9C0-6F6C-191A-A37E8EFEDC10}"/>
          </ac:picMkLst>
        </pc:picChg>
      </pc:sldChg>
      <pc:sldChg chg="addSp modSp del mod">
        <pc:chgData name="Hugo Rochedreux" userId="6288e003abb40449" providerId="LiveId" clId="{C4C12EDA-F8C2-415D-A87B-352695C8B9B1}" dt="2025-11-07T10:10:01.462" v="4047" actId="47"/>
        <pc:sldMkLst>
          <pc:docMk/>
          <pc:sldMk cId="2813862756" sldId="258"/>
        </pc:sldMkLst>
        <pc:spChg chg="mod">
          <ac:chgData name="Hugo Rochedreux" userId="6288e003abb40449" providerId="LiveId" clId="{C4C12EDA-F8C2-415D-A87B-352695C8B9B1}" dt="2025-11-06T17:22:28.689" v="2343" actId="790"/>
          <ac:spMkLst>
            <pc:docMk/>
            <pc:sldMk cId="2813862756" sldId="258"/>
            <ac:spMk id="4" creationId="{33529ECC-81BB-5C15-49F9-1F0B4A24B033}"/>
          </ac:spMkLst>
        </pc:spChg>
        <pc:spChg chg="mod">
          <ac:chgData name="Hugo Rochedreux" userId="6288e003abb40449" providerId="LiveId" clId="{C4C12EDA-F8C2-415D-A87B-352695C8B9B1}" dt="2025-11-06T17:22:28.689" v="2343" actId="790"/>
          <ac:spMkLst>
            <pc:docMk/>
            <pc:sldMk cId="2813862756" sldId="258"/>
            <ac:spMk id="5" creationId="{CEFBC36F-7860-5B92-80FE-7CFE532A2E74}"/>
          </ac:spMkLst>
        </pc:spChg>
        <pc:spChg chg="mod">
          <ac:chgData name="Hugo Rochedreux" userId="6288e003abb40449" providerId="LiveId" clId="{C4C12EDA-F8C2-415D-A87B-352695C8B9B1}" dt="2025-11-06T17:22:28.689" v="2343" actId="790"/>
          <ac:spMkLst>
            <pc:docMk/>
            <pc:sldMk cId="2813862756" sldId="258"/>
            <ac:spMk id="6" creationId="{2DDBF3C1-FAA4-506E-4D2A-D78234A5281C}"/>
          </ac:spMkLst>
        </pc:spChg>
        <pc:spChg chg="mod">
          <ac:chgData name="Hugo Rochedreux" userId="6288e003abb40449" providerId="LiveId" clId="{C4C12EDA-F8C2-415D-A87B-352695C8B9B1}" dt="2025-11-06T17:22:28.689" v="2343" actId="790"/>
          <ac:spMkLst>
            <pc:docMk/>
            <pc:sldMk cId="2813862756" sldId="258"/>
            <ac:spMk id="7" creationId="{6BE6EAB3-57D9-093F-B112-36D4F8EE8250}"/>
          </ac:spMkLst>
        </pc:spChg>
        <pc:spChg chg="mod">
          <ac:chgData name="Hugo Rochedreux" userId="6288e003abb40449" providerId="LiveId" clId="{C4C12EDA-F8C2-415D-A87B-352695C8B9B1}" dt="2025-11-06T17:22:28.689" v="2343" actId="790"/>
          <ac:spMkLst>
            <pc:docMk/>
            <pc:sldMk cId="2813862756" sldId="258"/>
            <ac:spMk id="8" creationId="{3974725F-9D59-F18C-18AB-4A6C67FFCD7D}"/>
          </ac:spMkLst>
        </pc:spChg>
        <pc:spChg chg="mod">
          <ac:chgData name="Hugo Rochedreux" userId="6288e003abb40449" providerId="LiveId" clId="{C4C12EDA-F8C2-415D-A87B-352695C8B9B1}" dt="2025-11-06T17:22:28.689" v="2343" actId="790"/>
          <ac:spMkLst>
            <pc:docMk/>
            <pc:sldMk cId="2813862756" sldId="258"/>
            <ac:spMk id="9" creationId="{8A36EC01-48A8-9633-F6E1-1E0E22DCDEFB}"/>
          </ac:spMkLst>
        </pc:spChg>
        <pc:spChg chg="mod">
          <ac:chgData name="Hugo Rochedreux" userId="6288e003abb40449" providerId="LiveId" clId="{C4C12EDA-F8C2-415D-A87B-352695C8B9B1}" dt="2025-11-06T17:22:28.689" v="2343" actId="790"/>
          <ac:spMkLst>
            <pc:docMk/>
            <pc:sldMk cId="2813862756" sldId="258"/>
            <ac:spMk id="10" creationId="{DF0CA1F9-250A-F470-BE60-30FE8FAF5EAA}"/>
          </ac:spMkLst>
        </pc:spChg>
        <pc:spChg chg="mod">
          <ac:chgData name="Hugo Rochedreux" userId="6288e003abb40449" providerId="LiveId" clId="{C4C12EDA-F8C2-415D-A87B-352695C8B9B1}" dt="2025-11-06T17:22:28.689" v="2343" actId="790"/>
          <ac:spMkLst>
            <pc:docMk/>
            <pc:sldMk cId="2813862756" sldId="258"/>
            <ac:spMk id="12" creationId="{82B6F559-D706-1FDE-6623-FF5DA2CE5AE7}"/>
          </ac:spMkLst>
        </pc:spChg>
        <pc:spChg chg="mod">
          <ac:chgData name="Hugo Rochedreux" userId="6288e003abb40449" providerId="LiveId" clId="{C4C12EDA-F8C2-415D-A87B-352695C8B9B1}" dt="2025-11-06T17:22:28.689" v="2343" actId="790"/>
          <ac:spMkLst>
            <pc:docMk/>
            <pc:sldMk cId="2813862756" sldId="258"/>
            <ac:spMk id="14" creationId="{F3353D0B-8BC9-3692-52CB-F897D8F8895C}"/>
          </ac:spMkLst>
        </pc:spChg>
        <pc:spChg chg="mod">
          <ac:chgData name="Hugo Rochedreux" userId="6288e003abb40449" providerId="LiveId" clId="{C4C12EDA-F8C2-415D-A87B-352695C8B9B1}" dt="2025-11-06T17:22:28.689" v="2343" actId="790"/>
          <ac:spMkLst>
            <pc:docMk/>
            <pc:sldMk cId="2813862756" sldId="258"/>
            <ac:spMk id="15" creationId="{C65EE7B7-9AAC-CCA2-3CB6-F37DB3B7774B}"/>
          </ac:spMkLst>
        </pc:spChg>
        <pc:spChg chg="add mod">
          <ac:chgData name="Hugo Rochedreux" userId="6288e003abb40449" providerId="LiveId" clId="{C4C12EDA-F8C2-415D-A87B-352695C8B9B1}" dt="2025-11-06T16:41:31.193" v="1310" actId="1076"/>
          <ac:spMkLst>
            <pc:docMk/>
            <pc:sldMk cId="2813862756" sldId="258"/>
            <ac:spMk id="16" creationId="{4EF04EA0-E6D2-C74C-AC0A-2C8535EC4919}"/>
          </ac:spMkLst>
        </pc:spChg>
        <pc:spChg chg="add mod">
          <ac:chgData name="Hugo Rochedreux" userId="6288e003abb40449" providerId="LiveId" clId="{C4C12EDA-F8C2-415D-A87B-352695C8B9B1}" dt="2025-11-06T17:25:15.126" v="2371"/>
          <ac:spMkLst>
            <pc:docMk/>
            <pc:sldMk cId="2813862756" sldId="258"/>
            <ac:spMk id="24" creationId="{EA7E1FE1-2C55-1A92-F451-C06AB8B53FB4}"/>
          </ac:spMkLst>
        </pc:spChg>
        <pc:picChg chg="add mod">
          <ac:chgData name="Hugo Rochedreux" userId="6288e003abb40449" providerId="LiveId" clId="{C4C12EDA-F8C2-415D-A87B-352695C8B9B1}" dt="2025-11-06T16:41:18.807" v="1295" actId="1076"/>
          <ac:picMkLst>
            <pc:docMk/>
            <pc:sldMk cId="2813862756" sldId="258"/>
            <ac:picMk id="2" creationId="{3E4C6413-135B-AB9D-D7A3-7ACAD8C9614C}"/>
          </ac:picMkLst>
        </pc:picChg>
        <pc:picChg chg="add mod">
          <ac:chgData name="Hugo Rochedreux" userId="6288e003abb40449" providerId="LiveId" clId="{C4C12EDA-F8C2-415D-A87B-352695C8B9B1}" dt="2025-11-06T20:32:58.407" v="3259" actId="1076"/>
          <ac:picMkLst>
            <pc:docMk/>
            <pc:sldMk cId="2813862756" sldId="258"/>
            <ac:picMk id="3" creationId="{7D8E92A2-FFDA-EBDE-1E61-87D8E09E19AA}"/>
          </ac:picMkLst>
        </pc:picChg>
        <pc:picChg chg="add mod">
          <ac:chgData name="Hugo Rochedreux" userId="6288e003abb40449" providerId="LiveId" clId="{C4C12EDA-F8C2-415D-A87B-352695C8B9B1}" dt="2025-11-06T20:33:12.393" v="3260" actId="207"/>
          <ac:picMkLst>
            <pc:docMk/>
            <pc:sldMk cId="2813862756" sldId="258"/>
            <ac:picMk id="17" creationId="{7E14381F-291F-51A0-5E41-DC2F9410CE5B}"/>
          </ac:picMkLst>
        </pc:picChg>
        <pc:picChg chg="add mod">
          <ac:chgData name="Hugo Rochedreux" userId="6288e003abb40449" providerId="LiveId" clId="{C4C12EDA-F8C2-415D-A87B-352695C8B9B1}" dt="2025-11-06T20:33:20.014" v="3261" actId="207"/>
          <ac:picMkLst>
            <pc:docMk/>
            <pc:sldMk cId="2813862756" sldId="258"/>
            <ac:picMk id="18" creationId="{90BA7538-937A-3563-52B9-10A9B5DE0ECC}"/>
          </ac:picMkLst>
        </pc:picChg>
        <pc:picChg chg="add mod">
          <ac:chgData name="Hugo Rochedreux" userId="6288e003abb40449" providerId="LiveId" clId="{C4C12EDA-F8C2-415D-A87B-352695C8B9B1}" dt="2025-11-06T20:33:35.129" v="3262" actId="207"/>
          <ac:picMkLst>
            <pc:docMk/>
            <pc:sldMk cId="2813862756" sldId="258"/>
            <ac:picMk id="19" creationId="{8D5BF9DF-A93C-CB3D-078F-52425AFD702B}"/>
          </ac:picMkLst>
        </pc:picChg>
        <pc:picChg chg="add mod">
          <ac:chgData name="Hugo Rochedreux" userId="6288e003abb40449" providerId="LiveId" clId="{C4C12EDA-F8C2-415D-A87B-352695C8B9B1}" dt="2025-11-06T20:45:03.438" v="3340" actId="1076"/>
          <ac:picMkLst>
            <pc:docMk/>
            <pc:sldMk cId="2813862756" sldId="258"/>
            <ac:picMk id="20" creationId="{98407331-9D24-7CC0-AB09-19DDFDD2BFC8}"/>
          </ac:picMkLst>
        </pc:picChg>
      </pc:sldChg>
      <pc:sldChg chg="addSp delSp modSp mod">
        <pc:chgData name="Hugo Rochedreux" userId="6288e003abb40449" providerId="LiveId" clId="{C4C12EDA-F8C2-415D-A87B-352695C8B9B1}" dt="2025-11-06T20:35:09.555" v="3290"/>
        <pc:sldMkLst>
          <pc:docMk/>
          <pc:sldMk cId="3908845580" sldId="259"/>
        </pc:sldMkLst>
        <pc:spChg chg="mod">
          <ac:chgData name="Hugo Rochedreux" userId="6288e003abb40449" providerId="LiveId" clId="{C4C12EDA-F8C2-415D-A87B-352695C8B9B1}" dt="2025-11-06T17:22:28.689" v="2343" actId="790"/>
          <ac:spMkLst>
            <pc:docMk/>
            <pc:sldMk cId="3908845580" sldId="259"/>
            <ac:spMk id="6" creationId="{C9511F0D-C3E7-09D4-DDF8-F8C027194127}"/>
          </ac:spMkLst>
        </pc:spChg>
        <pc:spChg chg="mod">
          <ac:chgData name="Hugo Rochedreux" userId="6288e003abb40449" providerId="LiveId" clId="{C4C12EDA-F8C2-415D-A87B-352695C8B9B1}" dt="2025-11-06T17:22:28.689" v="2343" actId="790"/>
          <ac:spMkLst>
            <pc:docMk/>
            <pc:sldMk cId="3908845580" sldId="259"/>
            <ac:spMk id="7" creationId="{9327D7C1-EF1A-3F3E-F11B-A4171890591D}"/>
          </ac:spMkLst>
        </pc:spChg>
        <pc:spChg chg="mod">
          <ac:chgData name="Hugo Rochedreux" userId="6288e003abb40449" providerId="LiveId" clId="{C4C12EDA-F8C2-415D-A87B-352695C8B9B1}" dt="2025-11-06T17:22:28.689" v="2343" actId="790"/>
          <ac:spMkLst>
            <pc:docMk/>
            <pc:sldMk cId="3908845580" sldId="259"/>
            <ac:spMk id="8" creationId="{0305FD9B-C2F8-6C98-6B79-B646EEC5AA63}"/>
          </ac:spMkLst>
        </pc:spChg>
        <pc:spChg chg="mod">
          <ac:chgData name="Hugo Rochedreux" userId="6288e003abb40449" providerId="LiveId" clId="{C4C12EDA-F8C2-415D-A87B-352695C8B9B1}" dt="2025-11-06T17:22:28.689" v="2343" actId="790"/>
          <ac:spMkLst>
            <pc:docMk/>
            <pc:sldMk cId="3908845580" sldId="259"/>
            <ac:spMk id="9" creationId="{5CF91EFA-37FA-BD2F-A063-F4160AF23716}"/>
          </ac:spMkLst>
        </pc:spChg>
        <pc:spChg chg="mod">
          <ac:chgData name="Hugo Rochedreux" userId="6288e003abb40449" providerId="LiveId" clId="{C4C12EDA-F8C2-415D-A87B-352695C8B9B1}" dt="2025-11-06T17:22:28.689" v="2343" actId="790"/>
          <ac:spMkLst>
            <pc:docMk/>
            <pc:sldMk cId="3908845580" sldId="259"/>
            <ac:spMk id="11" creationId="{D2BAC0C6-4F07-ED64-5C68-F43754DEDDFF}"/>
          </ac:spMkLst>
        </pc:spChg>
        <pc:spChg chg="mod">
          <ac:chgData name="Hugo Rochedreux" userId="6288e003abb40449" providerId="LiveId" clId="{C4C12EDA-F8C2-415D-A87B-352695C8B9B1}" dt="2025-11-06T17:22:28.689" v="2343" actId="790"/>
          <ac:spMkLst>
            <pc:docMk/>
            <pc:sldMk cId="3908845580" sldId="259"/>
            <ac:spMk id="13" creationId="{09AC546B-3004-9835-75DE-A295625F1765}"/>
          </ac:spMkLst>
        </pc:spChg>
        <pc:spChg chg="mod">
          <ac:chgData name="Hugo Rochedreux" userId="6288e003abb40449" providerId="LiveId" clId="{C4C12EDA-F8C2-415D-A87B-352695C8B9B1}" dt="2025-11-06T17:22:28.689" v="2343" actId="790"/>
          <ac:spMkLst>
            <pc:docMk/>
            <pc:sldMk cId="3908845580" sldId="259"/>
            <ac:spMk id="14" creationId="{73AC88BD-CC9B-A400-43D7-879A87DA9A9B}"/>
          </ac:spMkLst>
        </pc:spChg>
        <pc:spChg chg="mod">
          <ac:chgData name="Hugo Rochedreux" userId="6288e003abb40449" providerId="LiveId" clId="{C4C12EDA-F8C2-415D-A87B-352695C8B9B1}" dt="2025-11-06T17:22:28.689" v="2343" actId="790"/>
          <ac:spMkLst>
            <pc:docMk/>
            <pc:sldMk cId="3908845580" sldId="259"/>
            <ac:spMk id="15" creationId="{D55610CC-B877-73C2-2D77-943C068D5DA5}"/>
          </ac:spMkLst>
        </pc:spChg>
        <pc:spChg chg="mod">
          <ac:chgData name="Hugo Rochedreux" userId="6288e003abb40449" providerId="LiveId" clId="{C4C12EDA-F8C2-415D-A87B-352695C8B9B1}" dt="2025-11-06T17:22:28.689" v="2343" actId="790"/>
          <ac:spMkLst>
            <pc:docMk/>
            <pc:sldMk cId="3908845580" sldId="259"/>
            <ac:spMk id="16" creationId="{B3895278-EE17-2689-9EF8-E32794983D09}"/>
          </ac:spMkLst>
        </pc:spChg>
        <pc:spChg chg="mod">
          <ac:chgData name="Hugo Rochedreux" userId="6288e003abb40449" providerId="LiveId" clId="{C4C12EDA-F8C2-415D-A87B-352695C8B9B1}" dt="2025-11-06T17:22:28.689" v="2343" actId="790"/>
          <ac:spMkLst>
            <pc:docMk/>
            <pc:sldMk cId="3908845580" sldId="259"/>
            <ac:spMk id="21" creationId="{C1479C72-0278-AA93-5D96-80B563BBDDA3}"/>
          </ac:spMkLst>
        </pc:spChg>
        <pc:picChg chg="add del mod">
          <ac:chgData name="Hugo Rochedreux" userId="6288e003abb40449" providerId="LiveId" clId="{C4C12EDA-F8C2-415D-A87B-352695C8B9B1}" dt="2025-11-06T20:35:07.512" v="3289" actId="478"/>
          <ac:picMkLst>
            <pc:docMk/>
            <pc:sldMk cId="3908845580" sldId="259"/>
            <ac:picMk id="2" creationId="{A9A11B82-E90A-877F-B414-14194C538A07}"/>
          </ac:picMkLst>
        </pc:picChg>
        <pc:picChg chg="add mod">
          <ac:chgData name="Hugo Rochedreux" userId="6288e003abb40449" providerId="LiveId" clId="{C4C12EDA-F8C2-415D-A87B-352695C8B9B1}" dt="2025-11-06T14:47:00.848" v="196" actId="1076"/>
          <ac:picMkLst>
            <pc:docMk/>
            <pc:sldMk cId="3908845580" sldId="259"/>
            <ac:picMk id="3" creationId="{7E8DA32F-133A-DEE9-A3C9-0EE908211FF5}"/>
          </ac:picMkLst>
        </pc:picChg>
        <pc:picChg chg="add mod">
          <ac:chgData name="Hugo Rochedreux" userId="6288e003abb40449" providerId="LiveId" clId="{C4C12EDA-F8C2-415D-A87B-352695C8B9B1}" dt="2025-11-06T14:47:04.937" v="197"/>
          <ac:picMkLst>
            <pc:docMk/>
            <pc:sldMk cId="3908845580" sldId="259"/>
            <ac:picMk id="4" creationId="{9D385BF2-C550-2E13-6BDA-9EC01730B335}"/>
          </ac:picMkLst>
        </pc:picChg>
        <pc:picChg chg="add del mod">
          <ac:chgData name="Hugo Rochedreux" userId="6288e003abb40449" providerId="LiveId" clId="{C4C12EDA-F8C2-415D-A87B-352695C8B9B1}" dt="2025-11-06T20:35:07.512" v="3289" actId="478"/>
          <ac:picMkLst>
            <pc:docMk/>
            <pc:sldMk cId="3908845580" sldId="259"/>
            <ac:picMk id="4" creationId="{CF9DFE47-E8BD-9145-3DB8-BBA587F732AA}"/>
          </ac:picMkLst>
        </pc:picChg>
        <pc:picChg chg="add del mod">
          <ac:chgData name="Hugo Rochedreux" userId="6288e003abb40449" providerId="LiveId" clId="{C4C12EDA-F8C2-415D-A87B-352695C8B9B1}" dt="2025-11-06T20:35:07.512" v="3289" actId="478"/>
          <ac:picMkLst>
            <pc:docMk/>
            <pc:sldMk cId="3908845580" sldId="259"/>
            <ac:picMk id="5" creationId="{BD88FF68-CED3-4CAD-C7E6-CE1F01719FB7}"/>
          </ac:picMkLst>
        </pc:picChg>
        <pc:picChg chg="add mod">
          <ac:chgData name="Hugo Rochedreux" userId="6288e003abb40449" providerId="LiveId" clId="{C4C12EDA-F8C2-415D-A87B-352695C8B9B1}" dt="2025-11-06T20:35:09.555" v="3290"/>
          <ac:picMkLst>
            <pc:docMk/>
            <pc:sldMk cId="3908845580" sldId="259"/>
            <ac:picMk id="17" creationId="{1C65D4E6-A3D0-1414-7F0C-5DF454EF96A4}"/>
          </ac:picMkLst>
        </pc:picChg>
        <pc:picChg chg="add mod">
          <ac:chgData name="Hugo Rochedreux" userId="6288e003abb40449" providerId="LiveId" clId="{C4C12EDA-F8C2-415D-A87B-352695C8B9B1}" dt="2025-11-06T20:35:09.555" v="3290"/>
          <ac:picMkLst>
            <pc:docMk/>
            <pc:sldMk cId="3908845580" sldId="259"/>
            <ac:picMk id="19" creationId="{D220FEEA-7260-3199-35BC-D5C857689E90}"/>
          </ac:picMkLst>
        </pc:picChg>
        <pc:picChg chg="mod">
          <ac:chgData name="Hugo Rochedreux" userId="6288e003abb40449" providerId="LiveId" clId="{C4C12EDA-F8C2-415D-A87B-352695C8B9B1}" dt="2025-11-06T14:40:44.022" v="76" actId="1076"/>
          <ac:picMkLst>
            <pc:docMk/>
            <pc:sldMk cId="3908845580" sldId="259"/>
            <ac:picMk id="20" creationId="{7D2F96E7-79DB-94FA-B96D-F1791DF3F34F}"/>
          </ac:picMkLst>
        </pc:picChg>
      </pc:sldChg>
      <pc:sldChg chg="modSp del mod">
        <pc:chgData name="Hugo Rochedreux" userId="6288e003abb40449" providerId="LiveId" clId="{C4C12EDA-F8C2-415D-A87B-352695C8B9B1}" dt="2025-11-06T16:41:10.256" v="1293" actId="47"/>
        <pc:sldMkLst>
          <pc:docMk/>
          <pc:sldMk cId="3077128206" sldId="260"/>
        </pc:sldMkLst>
        <pc:spChg chg="mod">
          <ac:chgData name="Hugo Rochedreux" userId="6288e003abb40449" providerId="LiveId" clId="{C4C12EDA-F8C2-415D-A87B-352695C8B9B1}" dt="2025-11-06T16:35:56.060" v="970" actId="790"/>
          <ac:spMkLst>
            <pc:docMk/>
            <pc:sldMk cId="3077128206" sldId="260"/>
            <ac:spMk id="16" creationId="{8AD84DF2-FB2A-924E-47A7-0F0C27769F98}"/>
          </ac:spMkLst>
        </pc:spChg>
        <pc:spChg chg="mod">
          <ac:chgData name="Hugo Rochedreux" userId="6288e003abb40449" providerId="LiveId" clId="{C4C12EDA-F8C2-415D-A87B-352695C8B9B1}" dt="2025-11-06T16:35:56.060" v="970" actId="790"/>
          <ac:spMkLst>
            <pc:docMk/>
            <pc:sldMk cId="3077128206" sldId="260"/>
            <ac:spMk id="17" creationId="{1B41AA0E-5D48-5FE7-C989-8F1FB6575142}"/>
          </ac:spMkLst>
        </pc:spChg>
        <pc:spChg chg="mod">
          <ac:chgData name="Hugo Rochedreux" userId="6288e003abb40449" providerId="LiveId" clId="{C4C12EDA-F8C2-415D-A87B-352695C8B9B1}" dt="2025-11-06T16:35:56.060" v="970" actId="790"/>
          <ac:spMkLst>
            <pc:docMk/>
            <pc:sldMk cId="3077128206" sldId="260"/>
            <ac:spMk id="18" creationId="{B989924A-EA3D-AFE3-70E0-2CAB09AB0EAE}"/>
          </ac:spMkLst>
        </pc:spChg>
        <pc:spChg chg="mod">
          <ac:chgData name="Hugo Rochedreux" userId="6288e003abb40449" providerId="LiveId" clId="{C4C12EDA-F8C2-415D-A87B-352695C8B9B1}" dt="2025-11-06T16:35:56.060" v="970" actId="790"/>
          <ac:spMkLst>
            <pc:docMk/>
            <pc:sldMk cId="3077128206" sldId="260"/>
            <ac:spMk id="19" creationId="{088FEB87-6223-447B-9614-9AFBFB36088A}"/>
          </ac:spMkLst>
        </pc:spChg>
        <pc:spChg chg="mod">
          <ac:chgData name="Hugo Rochedreux" userId="6288e003abb40449" providerId="LiveId" clId="{C4C12EDA-F8C2-415D-A87B-352695C8B9B1}" dt="2025-11-06T16:35:56.060" v="970" actId="790"/>
          <ac:spMkLst>
            <pc:docMk/>
            <pc:sldMk cId="3077128206" sldId="260"/>
            <ac:spMk id="20" creationId="{F9B25D3D-0A27-3B21-892C-B5BCAEC45954}"/>
          </ac:spMkLst>
        </pc:spChg>
        <pc:spChg chg="mod">
          <ac:chgData name="Hugo Rochedreux" userId="6288e003abb40449" providerId="LiveId" clId="{C4C12EDA-F8C2-415D-A87B-352695C8B9B1}" dt="2025-11-06T16:35:56.060" v="970" actId="790"/>
          <ac:spMkLst>
            <pc:docMk/>
            <pc:sldMk cId="3077128206" sldId="260"/>
            <ac:spMk id="21" creationId="{5B99F49A-1177-F347-CF52-CAF4D9C6ABCC}"/>
          </ac:spMkLst>
        </pc:spChg>
        <pc:spChg chg="mod">
          <ac:chgData name="Hugo Rochedreux" userId="6288e003abb40449" providerId="LiveId" clId="{C4C12EDA-F8C2-415D-A87B-352695C8B9B1}" dt="2025-11-06T16:35:56.060" v="970" actId="790"/>
          <ac:spMkLst>
            <pc:docMk/>
            <pc:sldMk cId="3077128206" sldId="260"/>
            <ac:spMk id="22" creationId="{D8B382EC-2858-56C8-B6E9-A2887D869EA9}"/>
          </ac:spMkLst>
        </pc:spChg>
        <pc:spChg chg="mod">
          <ac:chgData name="Hugo Rochedreux" userId="6288e003abb40449" providerId="LiveId" clId="{C4C12EDA-F8C2-415D-A87B-352695C8B9B1}" dt="2025-11-06T16:35:56.060" v="970" actId="790"/>
          <ac:spMkLst>
            <pc:docMk/>
            <pc:sldMk cId="3077128206" sldId="260"/>
            <ac:spMk id="23" creationId="{0DB1AE97-05C9-9A00-4E31-EB98DCA53FCC}"/>
          </ac:spMkLst>
        </pc:spChg>
      </pc:sldChg>
      <pc:sldChg chg="modSp del mod ord">
        <pc:chgData name="Hugo Rochedreux" userId="6288e003abb40449" providerId="LiveId" clId="{C4C12EDA-F8C2-415D-A87B-352695C8B9B1}" dt="2025-11-06T16:41:37.670" v="1311" actId="47"/>
        <pc:sldMkLst>
          <pc:docMk/>
          <pc:sldMk cId="278829737" sldId="261"/>
        </pc:sldMkLst>
        <pc:spChg chg="mod">
          <ac:chgData name="Hugo Rochedreux" userId="6288e003abb40449" providerId="LiveId" clId="{C4C12EDA-F8C2-415D-A87B-352695C8B9B1}" dt="2025-11-06T16:35:56.060" v="970" actId="790"/>
          <ac:spMkLst>
            <pc:docMk/>
            <pc:sldMk cId="278829737" sldId="261"/>
            <ac:spMk id="4" creationId="{062C19B8-65DE-808B-F5DF-E7CE5DDBCE89}"/>
          </ac:spMkLst>
        </pc:spChg>
        <pc:spChg chg="mod">
          <ac:chgData name="Hugo Rochedreux" userId="6288e003abb40449" providerId="LiveId" clId="{C4C12EDA-F8C2-415D-A87B-352695C8B9B1}" dt="2025-11-06T16:35:56.060" v="970" actId="790"/>
          <ac:spMkLst>
            <pc:docMk/>
            <pc:sldMk cId="278829737" sldId="261"/>
            <ac:spMk id="6" creationId="{DB75ABD3-2901-BE8A-CA91-DFC058D1938C}"/>
          </ac:spMkLst>
        </pc:spChg>
        <pc:spChg chg="mod">
          <ac:chgData name="Hugo Rochedreux" userId="6288e003abb40449" providerId="LiveId" clId="{C4C12EDA-F8C2-415D-A87B-352695C8B9B1}" dt="2025-11-06T16:35:56.060" v="970" actId="790"/>
          <ac:spMkLst>
            <pc:docMk/>
            <pc:sldMk cId="278829737" sldId="261"/>
            <ac:spMk id="24" creationId="{188398DE-1872-A1DC-A259-7528BEA73BF7}"/>
          </ac:spMkLst>
        </pc:spChg>
      </pc:sldChg>
      <pc:sldChg chg="addSp delSp modSp mod">
        <pc:chgData name="Hugo Rochedreux" userId="6288e003abb40449" providerId="LiveId" clId="{C4C12EDA-F8C2-415D-A87B-352695C8B9B1}" dt="2025-11-07T11:20:44.702" v="4202" actId="20577"/>
        <pc:sldMkLst>
          <pc:docMk/>
          <pc:sldMk cId="1452777888" sldId="262"/>
        </pc:sldMkLst>
        <pc:spChg chg="add del">
          <ac:chgData name="Hugo Rochedreux" userId="6288e003abb40449" providerId="LiveId" clId="{C4C12EDA-F8C2-415D-A87B-352695C8B9B1}" dt="2025-11-06T14:34:51.094" v="6" actId="22"/>
          <ac:spMkLst>
            <pc:docMk/>
            <pc:sldMk cId="1452777888" sldId="262"/>
            <ac:spMk id="3" creationId="{A74A661F-FF8E-AA78-968E-B1A39F2FA30A}"/>
          </ac:spMkLst>
        </pc:spChg>
        <pc:spChg chg="add mod">
          <ac:chgData name="Hugo Rochedreux" userId="6288e003abb40449" providerId="LiveId" clId="{C4C12EDA-F8C2-415D-A87B-352695C8B9B1}" dt="2025-11-07T11:20:44.702" v="4202" actId="20577"/>
          <ac:spMkLst>
            <pc:docMk/>
            <pc:sldMk cId="1452777888" sldId="262"/>
            <ac:spMk id="4" creationId="{A3EBA45B-DEEF-ACCC-01B3-16214FC43892}"/>
          </ac:spMkLst>
        </pc:spChg>
        <pc:spChg chg="add del mod">
          <ac:chgData name="Hugo Rochedreux" userId="6288e003abb40449" providerId="LiveId" clId="{C4C12EDA-F8C2-415D-A87B-352695C8B9B1}" dt="2025-11-06T14:35:28.889" v="10"/>
          <ac:spMkLst>
            <pc:docMk/>
            <pc:sldMk cId="1452777888" sldId="262"/>
            <ac:spMk id="5" creationId="{EF0AF9B3-5C01-245F-6E59-51A9D6A569C4}"/>
          </ac:spMkLst>
        </pc:spChg>
        <pc:spChg chg="add del mod">
          <ac:chgData name="Hugo Rochedreux" userId="6288e003abb40449" providerId="LiveId" clId="{C4C12EDA-F8C2-415D-A87B-352695C8B9B1}" dt="2025-11-06T14:42:21.774" v="182" actId="478"/>
          <ac:spMkLst>
            <pc:docMk/>
            <pc:sldMk cId="1452777888" sldId="262"/>
            <ac:spMk id="7" creationId="{4BC93868-4EFD-EA6F-FEE2-D62727CEDEC3}"/>
          </ac:spMkLst>
        </pc:spChg>
        <pc:spChg chg="add mod">
          <ac:chgData name="Hugo Rochedreux" userId="6288e003abb40449" providerId="LiveId" clId="{C4C12EDA-F8C2-415D-A87B-352695C8B9B1}" dt="2025-11-07T08:49:52.872" v="3471"/>
          <ac:spMkLst>
            <pc:docMk/>
            <pc:sldMk cId="1452777888" sldId="262"/>
            <ac:spMk id="8" creationId="{8D90725C-64BC-2BA8-A041-AAECC2559E84}"/>
          </ac:spMkLst>
        </pc:spChg>
        <pc:spChg chg="add mod">
          <ac:chgData name="Hugo Rochedreux" userId="6288e003abb40449" providerId="LiveId" clId="{C4C12EDA-F8C2-415D-A87B-352695C8B9B1}" dt="2025-11-07T08:50:50.418" v="3485" actId="5793"/>
          <ac:spMkLst>
            <pc:docMk/>
            <pc:sldMk cId="1452777888" sldId="262"/>
            <ac:spMk id="9" creationId="{BCC520C2-91C1-1F40-BF61-836DEC30DB00}"/>
          </ac:spMkLst>
        </pc:spChg>
        <pc:spChg chg="add">
          <ac:chgData name="Hugo Rochedreux" userId="6288e003abb40449" providerId="LiveId" clId="{C4C12EDA-F8C2-415D-A87B-352695C8B9B1}" dt="2025-11-06T14:47:42.716" v="229"/>
          <ac:spMkLst>
            <pc:docMk/>
            <pc:sldMk cId="1452777888" sldId="262"/>
            <ac:spMk id="10" creationId="{1F9F057B-A1A0-5C3B-7FB9-6D8E75829A1F}"/>
          </ac:spMkLst>
        </pc:spChg>
        <pc:spChg chg="add mod">
          <ac:chgData name="Hugo Rochedreux" userId="6288e003abb40449" providerId="LiveId" clId="{C4C12EDA-F8C2-415D-A87B-352695C8B9B1}" dt="2025-11-06T17:22:28.689" v="2343" actId="790"/>
          <ac:spMkLst>
            <pc:docMk/>
            <pc:sldMk cId="1452777888" sldId="262"/>
            <ac:spMk id="14" creationId="{D0BE0184-546E-A9BD-CD46-4136B38B25C9}"/>
          </ac:spMkLst>
        </pc:spChg>
        <pc:spChg chg="add del mod">
          <ac:chgData name="Hugo Rochedreux" userId="6288e003abb40449" providerId="LiveId" clId="{C4C12EDA-F8C2-415D-A87B-352695C8B9B1}" dt="2025-11-06T19:56:55.575" v="2763" actId="313"/>
          <ac:spMkLst>
            <pc:docMk/>
            <pc:sldMk cId="1452777888" sldId="262"/>
            <ac:spMk id="16" creationId="{DA645FF0-6D32-6623-B61F-6B0B91057186}"/>
          </ac:spMkLst>
        </pc:spChg>
        <pc:spChg chg="add del">
          <ac:chgData name="Hugo Rochedreux" userId="6288e003abb40449" providerId="LiveId" clId="{C4C12EDA-F8C2-415D-A87B-352695C8B9B1}" dt="2025-11-06T17:07:58.257" v="1779" actId="11529"/>
          <ac:spMkLst>
            <pc:docMk/>
            <pc:sldMk cId="1452777888" sldId="262"/>
            <ac:spMk id="17" creationId="{B0FC1B85-37A3-B790-BF5C-98FD67A5F4AE}"/>
          </ac:spMkLst>
        </pc:spChg>
        <pc:spChg chg="add del mod">
          <ac:chgData name="Hugo Rochedreux" userId="6288e003abb40449" providerId="LiveId" clId="{C4C12EDA-F8C2-415D-A87B-352695C8B9B1}" dt="2025-11-06T17:22:28.689" v="2343" actId="790"/>
          <ac:spMkLst>
            <pc:docMk/>
            <pc:sldMk cId="1452777888" sldId="262"/>
            <ac:spMk id="18" creationId="{C5D3237A-2F19-7D30-762D-E566B0408240}"/>
          </ac:spMkLst>
        </pc:spChg>
        <pc:spChg chg="mod">
          <ac:chgData name="Hugo Rochedreux" userId="6288e003abb40449" providerId="LiveId" clId="{C4C12EDA-F8C2-415D-A87B-352695C8B9B1}" dt="2025-11-06T17:22:28.689" v="2343" actId="790"/>
          <ac:spMkLst>
            <pc:docMk/>
            <pc:sldMk cId="1452777888" sldId="262"/>
            <ac:spMk id="24" creationId="{E612CC2C-DAA6-8E05-80EA-E099657D87F8}"/>
          </ac:spMkLst>
        </pc:spChg>
        <pc:picChg chg="add del mod">
          <ac:chgData name="Hugo Rochedreux" userId="6288e003abb40449" providerId="LiveId" clId="{C4C12EDA-F8C2-415D-A87B-352695C8B9B1}" dt="2025-11-06T20:35:58.589" v="3298" actId="478"/>
          <ac:picMkLst>
            <pc:docMk/>
            <pc:sldMk cId="1452777888" sldId="262"/>
            <ac:picMk id="2" creationId="{D3EEE42B-E6C0-5B91-C5CE-DB7D293A43AB}"/>
          </ac:picMkLst>
        </pc:picChg>
        <pc:picChg chg="add mod">
          <ac:chgData name="Hugo Rochedreux" userId="6288e003abb40449" providerId="LiveId" clId="{C4C12EDA-F8C2-415D-A87B-352695C8B9B1}" dt="2025-11-06T20:35:54.577" v="3297" actId="1076"/>
          <ac:picMkLst>
            <pc:docMk/>
            <pc:sldMk cId="1452777888" sldId="262"/>
            <ac:picMk id="3" creationId="{E92A478B-9B47-91E7-5A71-937E2DFA02B2}"/>
          </ac:picMkLst>
        </pc:picChg>
        <pc:picChg chg="add del mod">
          <ac:chgData name="Hugo Rochedreux" userId="6288e003abb40449" providerId="LiveId" clId="{C4C12EDA-F8C2-415D-A87B-352695C8B9B1}" dt="2025-11-06T20:35:58.589" v="3298" actId="478"/>
          <ac:picMkLst>
            <pc:docMk/>
            <pc:sldMk cId="1452777888" sldId="262"/>
            <ac:picMk id="5" creationId="{6588F497-121E-E6A3-DB6B-F26723312701}"/>
          </ac:picMkLst>
        </pc:picChg>
        <pc:picChg chg="add mod">
          <ac:chgData name="Hugo Rochedreux" userId="6288e003abb40449" providerId="LiveId" clId="{C4C12EDA-F8C2-415D-A87B-352695C8B9B1}" dt="2025-11-06T15:50:34.491" v="324" actId="1076"/>
          <ac:picMkLst>
            <pc:docMk/>
            <pc:sldMk cId="1452777888" sldId="262"/>
            <ac:picMk id="11" creationId="{AA7E5FF6-E8CE-FAEE-9714-147D328528D7}"/>
          </ac:picMkLst>
        </pc:picChg>
        <pc:picChg chg="add mod">
          <ac:chgData name="Hugo Rochedreux" userId="6288e003abb40449" providerId="LiveId" clId="{C4C12EDA-F8C2-415D-A87B-352695C8B9B1}" dt="2025-11-06T17:08:34.958" v="1786" actId="1076"/>
          <ac:picMkLst>
            <pc:docMk/>
            <pc:sldMk cId="1452777888" sldId="262"/>
            <ac:picMk id="13" creationId="{7569E203-144A-7B93-5AC4-74E40DA5DAEB}"/>
          </ac:picMkLst>
        </pc:picChg>
        <pc:picChg chg="add mod">
          <ac:chgData name="Hugo Rochedreux" userId="6288e003abb40449" providerId="LiveId" clId="{C4C12EDA-F8C2-415D-A87B-352695C8B9B1}" dt="2025-11-06T15:50:10.275" v="323" actId="1076"/>
          <ac:picMkLst>
            <pc:docMk/>
            <pc:sldMk cId="1452777888" sldId="262"/>
            <ac:picMk id="15" creationId="{6EA7D0C3-1732-81E1-4E4F-5C79A59FEA72}"/>
          </ac:picMkLst>
        </pc:picChg>
        <pc:picChg chg="add del mod">
          <ac:chgData name="Hugo Rochedreux" userId="6288e003abb40449" providerId="LiveId" clId="{C4C12EDA-F8C2-415D-A87B-352695C8B9B1}" dt="2025-11-06T14:54:14.777" v="277" actId="478"/>
          <ac:picMkLst>
            <pc:docMk/>
            <pc:sldMk cId="1452777888" sldId="262"/>
            <ac:picMk id="1028" creationId="{68A9ECA0-5C5D-8C98-3CF1-64CFFBCC396C}"/>
          </ac:picMkLst>
        </pc:picChg>
      </pc:sldChg>
      <pc:sldChg chg="addSp delSp modSp mod ord">
        <pc:chgData name="Hugo Rochedreux" userId="6288e003abb40449" providerId="LiveId" clId="{C4C12EDA-F8C2-415D-A87B-352695C8B9B1}" dt="2025-11-07T11:22:27.019" v="4224" actId="14100"/>
        <pc:sldMkLst>
          <pc:docMk/>
          <pc:sldMk cId="1195386370" sldId="263"/>
        </pc:sldMkLst>
        <pc:spChg chg="mod">
          <ac:chgData name="Hugo Rochedreux" userId="6288e003abb40449" providerId="LiveId" clId="{C4C12EDA-F8C2-415D-A87B-352695C8B9B1}" dt="2025-11-06T17:22:28.689" v="2343" actId="790"/>
          <ac:spMkLst>
            <pc:docMk/>
            <pc:sldMk cId="1195386370" sldId="263"/>
            <ac:spMk id="2" creationId="{BEA5CDE6-81EC-2028-BC2C-833111B2F230}"/>
          </ac:spMkLst>
        </pc:spChg>
        <pc:spChg chg="mod">
          <ac:chgData name="Hugo Rochedreux" userId="6288e003abb40449" providerId="LiveId" clId="{C4C12EDA-F8C2-415D-A87B-352695C8B9B1}" dt="2025-11-06T17:22:28.689" v="2343" actId="790"/>
          <ac:spMkLst>
            <pc:docMk/>
            <pc:sldMk cId="1195386370" sldId="263"/>
            <ac:spMk id="3" creationId="{122AB683-1BD7-717E-2A05-4D694B96F0E0}"/>
          </ac:spMkLst>
        </pc:spChg>
        <pc:spChg chg="add mod">
          <ac:chgData name="Hugo Rochedreux" userId="6288e003abb40449" providerId="LiveId" clId="{C4C12EDA-F8C2-415D-A87B-352695C8B9B1}" dt="2025-11-07T11:22:27.019" v="4224" actId="14100"/>
          <ac:spMkLst>
            <pc:docMk/>
            <pc:sldMk cId="1195386370" sldId="263"/>
            <ac:spMk id="4" creationId="{16961756-39AF-D544-9303-8D71317D45DB}"/>
          </ac:spMkLst>
        </pc:spChg>
        <pc:spChg chg="add">
          <ac:chgData name="Hugo Rochedreux" userId="6288e003abb40449" providerId="LiveId" clId="{C4C12EDA-F8C2-415D-A87B-352695C8B9B1}" dt="2025-11-07T10:30:30.719" v="4049"/>
          <ac:spMkLst>
            <pc:docMk/>
            <pc:sldMk cId="1195386370" sldId="263"/>
            <ac:spMk id="5" creationId="{4368D136-DAC0-2403-80A1-B728DBB52564}"/>
          </ac:spMkLst>
        </pc:spChg>
        <pc:spChg chg="add mod">
          <ac:chgData name="Hugo Rochedreux" userId="6288e003abb40449" providerId="LiveId" clId="{C4C12EDA-F8C2-415D-A87B-352695C8B9B1}" dt="2025-11-07T10:32:25.412" v="4196" actId="1076"/>
          <ac:spMkLst>
            <pc:docMk/>
            <pc:sldMk cId="1195386370" sldId="263"/>
            <ac:spMk id="7" creationId="{D16ED2FB-288F-AF0E-C0C5-69F6DCC1155C}"/>
          </ac:spMkLst>
        </pc:spChg>
        <pc:spChg chg="add">
          <ac:chgData name="Hugo Rochedreux" userId="6288e003abb40449" providerId="LiveId" clId="{C4C12EDA-F8C2-415D-A87B-352695C8B9B1}" dt="2025-11-07T10:30:44.274" v="4054"/>
          <ac:spMkLst>
            <pc:docMk/>
            <pc:sldMk cId="1195386370" sldId="263"/>
            <ac:spMk id="8" creationId="{19AA8071-C457-90A7-4914-8A36648FB005}"/>
          </ac:spMkLst>
        </pc:spChg>
        <pc:spChg chg="add">
          <ac:chgData name="Hugo Rochedreux" userId="6288e003abb40449" providerId="LiveId" clId="{C4C12EDA-F8C2-415D-A87B-352695C8B9B1}" dt="2025-11-07T10:30:46.963" v="4055"/>
          <ac:spMkLst>
            <pc:docMk/>
            <pc:sldMk cId="1195386370" sldId="263"/>
            <ac:spMk id="9" creationId="{DE04957F-EB3C-7818-8531-F00AD4D04863}"/>
          </ac:spMkLst>
        </pc:spChg>
        <pc:spChg chg="add">
          <ac:chgData name="Hugo Rochedreux" userId="6288e003abb40449" providerId="LiveId" clId="{C4C12EDA-F8C2-415D-A87B-352695C8B9B1}" dt="2025-11-07T10:30:48.423" v="4056"/>
          <ac:spMkLst>
            <pc:docMk/>
            <pc:sldMk cId="1195386370" sldId="263"/>
            <ac:spMk id="10" creationId="{23F45F65-82F9-494E-6ECE-41FC1047039E}"/>
          </ac:spMkLst>
        </pc:spChg>
        <pc:spChg chg="add">
          <ac:chgData name="Hugo Rochedreux" userId="6288e003abb40449" providerId="LiveId" clId="{C4C12EDA-F8C2-415D-A87B-352695C8B9B1}" dt="2025-11-07T10:30:58.486" v="4057"/>
          <ac:spMkLst>
            <pc:docMk/>
            <pc:sldMk cId="1195386370" sldId="263"/>
            <ac:spMk id="11" creationId="{BFDCC14F-41CA-F1D5-CB0C-38D19A8AFC86}"/>
          </ac:spMkLst>
        </pc:spChg>
        <pc:spChg chg="add mod ord">
          <ac:chgData name="Hugo Rochedreux" userId="6288e003abb40449" providerId="LiveId" clId="{C4C12EDA-F8C2-415D-A87B-352695C8B9B1}" dt="2025-11-07T10:32:50.088" v="4200" actId="1076"/>
          <ac:spMkLst>
            <pc:docMk/>
            <pc:sldMk cId="1195386370" sldId="263"/>
            <ac:spMk id="12" creationId="{8E24E9E6-DFB6-8F74-A93F-CD28FDE80D91}"/>
          </ac:spMkLst>
        </pc:spChg>
        <pc:spChg chg="add mod ord">
          <ac:chgData name="Hugo Rochedreux" userId="6288e003abb40449" providerId="LiveId" clId="{C4C12EDA-F8C2-415D-A87B-352695C8B9B1}" dt="2025-11-07T10:32:50.088" v="4200" actId="1076"/>
          <ac:spMkLst>
            <pc:docMk/>
            <pc:sldMk cId="1195386370" sldId="263"/>
            <ac:spMk id="14" creationId="{F18B44E3-C2CF-173A-E6B8-859CA56EE41F}"/>
          </ac:spMkLst>
        </pc:spChg>
        <pc:spChg chg="add mod ord">
          <ac:chgData name="Hugo Rochedreux" userId="6288e003abb40449" providerId="LiveId" clId="{C4C12EDA-F8C2-415D-A87B-352695C8B9B1}" dt="2025-11-07T10:32:50.088" v="4200" actId="1076"/>
          <ac:spMkLst>
            <pc:docMk/>
            <pc:sldMk cId="1195386370" sldId="263"/>
            <ac:spMk id="15" creationId="{A947BD35-B53A-3877-F804-3A193DCEAEA4}"/>
          </ac:spMkLst>
        </pc:spChg>
        <pc:spChg chg="mod">
          <ac:chgData name="Hugo Rochedreux" userId="6288e003abb40449" providerId="LiveId" clId="{C4C12EDA-F8C2-415D-A87B-352695C8B9B1}" dt="2025-11-06T17:22:28.689" v="2343" actId="790"/>
          <ac:spMkLst>
            <pc:docMk/>
            <pc:sldMk cId="1195386370" sldId="263"/>
            <ac:spMk id="16" creationId="{6914B499-A797-DF1C-0DD6-966AA1CF7A43}"/>
          </ac:spMkLst>
        </pc:spChg>
        <pc:spChg chg="mod">
          <ac:chgData name="Hugo Rochedreux" userId="6288e003abb40449" providerId="LiveId" clId="{C4C12EDA-F8C2-415D-A87B-352695C8B9B1}" dt="2025-11-06T17:22:28.689" v="2343" actId="790"/>
          <ac:spMkLst>
            <pc:docMk/>
            <pc:sldMk cId="1195386370" sldId="263"/>
            <ac:spMk id="17" creationId="{1224AD90-C7A3-092E-298E-C714BEC41538}"/>
          </ac:spMkLst>
        </pc:spChg>
        <pc:spChg chg="mod">
          <ac:chgData name="Hugo Rochedreux" userId="6288e003abb40449" providerId="LiveId" clId="{C4C12EDA-F8C2-415D-A87B-352695C8B9B1}" dt="2025-11-06T17:22:28.689" v="2343" actId="790"/>
          <ac:spMkLst>
            <pc:docMk/>
            <pc:sldMk cId="1195386370" sldId="263"/>
            <ac:spMk id="18" creationId="{B149696F-7AD8-C2BD-D668-C783B92BC437}"/>
          </ac:spMkLst>
        </pc:spChg>
        <pc:spChg chg="mod">
          <ac:chgData name="Hugo Rochedreux" userId="6288e003abb40449" providerId="LiveId" clId="{C4C12EDA-F8C2-415D-A87B-352695C8B9B1}" dt="2025-11-06T17:22:28.689" v="2343" actId="790"/>
          <ac:spMkLst>
            <pc:docMk/>
            <pc:sldMk cId="1195386370" sldId="263"/>
            <ac:spMk id="19" creationId="{928109D2-4E74-6D73-EFF0-0087B9F66260}"/>
          </ac:spMkLst>
        </pc:spChg>
        <pc:spChg chg="mod">
          <ac:chgData name="Hugo Rochedreux" userId="6288e003abb40449" providerId="LiveId" clId="{C4C12EDA-F8C2-415D-A87B-352695C8B9B1}" dt="2025-11-06T17:22:28.689" v="2343" actId="790"/>
          <ac:spMkLst>
            <pc:docMk/>
            <pc:sldMk cId="1195386370" sldId="263"/>
            <ac:spMk id="20" creationId="{43A9D570-8CD8-8696-E18A-1D5381CA0CE4}"/>
          </ac:spMkLst>
        </pc:spChg>
        <pc:spChg chg="mod">
          <ac:chgData name="Hugo Rochedreux" userId="6288e003abb40449" providerId="LiveId" clId="{C4C12EDA-F8C2-415D-A87B-352695C8B9B1}" dt="2025-11-06T17:22:28.689" v="2343" actId="790"/>
          <ac:spMkLst>
            <pc:docMk/>
            <pc:sldMk cId="1195386370" sldId="263"/>
            <ac:spMk id="21" creationId="{2AE92785-DFEA-5A80-8789-FB7DF9189D94}"/>
          </ac:spMkLst>
        </pc:spChg>
        <pc:spChg chg="mod">
          <ac:chgData name="Hugo Rochedreux" userId="6288e003abb40449" providerId="LiveId" clId="{C4C12EDA-F8C2-415D-A87B-352695C8B9B1}" dt="2025-11-06T17:22:28.689" v="2343" actId="790"/>
          <ac:spMkLst>
            <pc:docMk/>
            <pc:sldMk cId="1195386370" sldId="263"/>
            <ac:spMk id="24" creationId="{CBA8BA6F-C75A-6148-AD7D-C30BE8491374}"/>
          </ac:spMkLst>
        </pc:spChg>
        <pc:picChg chg="add del mod">
          <ac:chgData name="Hugo Rochedreux" userId="6288e003abb40449" providerId="LiveId" clId="{C4C12EDA-F8C2-415D-A87B-352695C8B9B1}" dt="2025-11-06T20:37:59.458" v="3330" actId="478"/>
          <ac:picMkLst>
            <pc:docMk/>
            <pc:sldMk cId="1195386370" sldId="263"/>
            <ac:picMk id="5" creationId="{0C85B160-1E4F-2449-4C8F-A212075D2D24}"/>
          </ac:picMkLst>
        </pc:picChg>
        <pc:picChg chg="add mod">
          <ac:chgData name="Hugo Rochedreux" userId="6288e003abb40449" providerId="LiveId" clId="{C4C12EDA-F8C2-415D-A87B-352695C8B9B1}" dt="2025-11-06T20:37:57.205" v="3329" actId="1076"/>
          <ac:picMkLst>
            <pc:docMk/>
            <pc:sldMk cId="1195386370" sldId="263"/>
            <ac:picMk id="6" creationId="{54A8F880-3C75-3628-906E-A09236B3D583}"/>
          </ac:picMkLst>
        </pc:picChg>
        <pc:picChg chg="add del mod">
          <ac:chgData name="Hugo Rochedreux" userId="6288e003abb40449" providerId="LiveId" clId="{C4C12EDA-F8C2-415D-A87B-352695C8B9B1}" dt="2025-11-06T20:37:59.458" v="3330" actId="478"/>
          <ac:picMkLst>
            <pc:docMk/>
            <pc:sldMk cId="1195386370" sldId="263"/>
            <ac:picMk id="7" creationId="{07EFEDEC-B67C-A8F2-A009-2213431EE40E}"/>
          </ac:picMkLst>
        </pc:picChg>
        <pc:picChg chg="add mod">
          <ac:chgData name="Hugo Rochedreux" userId="6288e003abb40449" providerId="LiveId" clId="{C4C12EDA-F8C2-415D-A87B-352695C8B9B1}" dt="2025-11-07T07:48:17.327" v="3348" actId="1076"/>
          <ac:picMkLst>
            <pc:docMk/>
            <pc:sldMk cId="1195386370" sldId="263"/>
            <ac:picMk id="13" creationId="{E2C7F555-E790-E809-AB4C-643EA9B2E744}"/>
          </ac:picMkLst>
        </pc:picChg>
        <pc:picChg chg="mod">
          <ac:chgData name="Hugo Rochedreux" userId="6288e003abb40449" providerId="LiveId" clId="{C4C12EDA-F8C2-415D-A87B-352695C8B9B1}" dt="2025-11-07T10:32:52.771" v="4201" actId="1076"/>
          <ac:picMkLst>
            <pc:docMk/>
            <pc:sldMk cId="1195386370" sldId="263"/>
            <ac:picMk id="22" creationId="{9F52D961-1C29-42F9-5253-8BA64F23A38B}"/>
          </ac:picMkLst>
        </pc:picChg>
      </pc:sldChg>
      <pc:sldChg chg="delSp modSp add del mod">
        <pc:chgData name="Hugo Rochedreux" userId="6288e003abb40449" providerId="LiveId" clId="{C4C12EDA-F8C2-415D-A87B-352695C8B9B1}" dt="2025-11-06T17:25:19.161" v="2373" actId="47"/>
        <pc:sldMkLst>
          <pc:docMk/>
          <pc:sldMk cId="1280451085" sldId="264"/>
        </pc:sldMkLst>
        <pc:spChg chg="del mod">
          <ac:chgData name="Hugo Rochedreux" userId="6288e003abb40449" providerId="LiveId" clId="{C4C12EDA-F8C2-415D-A87B-352695C8B9B1}" dt="2025-11-06T17:25:14.449" v="2370" actId="21"/>
          <ac:spMkLst>
            <pc:docMk/>
            <pc:sldMk cId="1280451085" sldId="264"/>
            <ac:spMk id="24" creationId="{EA7E1FE1-2C55-1A92-F451-C06AB8B53FB4}"/>
          </ac:spMkLst>
        </pc:spChg>
      </pc:sldChg>
      <pc:sldChg chg="new del">
        <pc:chgData name="Hugo Rochedreux" userId="6288e003abb40449" providerId="LiveId" clId="{C4C12EDA-F8C2-415D-A87B-352695C8B9B1}" dt="2025-11-06T10:45:14.881" v="1" actId="47"/>
        <pc:sldMkLst>
          <pc:docMk/>
          <pc:sldMk cId="3866936003" sldId="264"/>
        </pc:sldMkLst>
      </pc:sldChg>
      <pc:sldChg chg="addSp delSp modSp add mod">
        <pc:chgData name="Hugo Rochedreux" userId="6288e003abb40449" providerId="LiveId" clId="{C4C12EDA-F8C2-415D-A87B-352695C8B9B1}" dt="2025-11-07T11:24:42.271" v="4227" actId="20577"/>
        <pc:sldMkLst>
          <pc:docMk/>
          <pc:sldMk cId="1517685866" sldId="265"/>
        </pc:sldMkLst>
        <pc:spChg chg="add del mod">
          <ac:chgData name="Hugo Rochedreux" userId="6288e003abb40449" providerId="LiveId" clId="{C4C12EDA-F8C2-415D-A87B-352695C8B9B1}" dt="2025-11-06T15:52:39.049" v="344" actId="478"/>
          <ac:spMkLst>
            <pc:docMk/>
            <pc:sldMk cId="1517685866" sldId="265"/>
            <ac:spMk id="3" creationId="{E4B9C180-DCC3-1B97-7AA9-32D4C4AD6635}"/>
          </ac:spMkLst>
        </pc:spChg>
        <pc:spChg chg="mod">
          <ac:chgData name="Hugo Rochedreux" userId="6288e003abb40449" providerId="LiveId" clId="{C4C12EDA-F8C2-415D-A87B-352695C8B9B1}" dt="2025-11-07T11:21:58.113" v="4207" actId="20577"/>
          <ac:spMkLst>
            <pc:docMk/>
            <pc:sldMk cId="1517685866" sldId="265"/>
            <ac:spMk id="4" creationId="{FFCE2253-BCC8-3B97-3ABC-5439008768AB}"/>
          </ac:spMkLst>
        </pc:spChg>
        <pc:spChg chg="add mod">
          <ac:chgData name="Hugo Rochedreux" userId="6288e003abb40449" providerId="LiveId" clId="{C4C12EDA-F8C2-415D-A87B-352695C8B9B1}" dt="2025-11-07T11:24:42.271" v="4227" actId="20577"/>
          <ac:spMkLst>
            <pc:docMk/>
            <pc:sldMk cId="1517685866" sldId="265"/>
            <ac:spMk id="5" creationId="{5869D3A5-556E-1DBC-28FE-B82940138425}"/>
          </ac:spMkLst>
        </pc:spChg>
        <pc:spChg chg="add mod">
          <ac:chgData name="Hugo Rochedreux" userId="6288e003abb40449" providerId="LiveId" clId="{C4C12EDA-F8C2-415D-A87B-352695C8B9B1}" dt="2025-11-07T08:35:34.987" v="3391" actId="20577"/>
          <ac:spMkLst>
            <pc:docMk/>
            <pc:sldMk cId="1517685866" sldId="265"/>
            <ac:spMk id="6" creationId="{D8E1B781-0842-4301-CA79-4E1F78B56029}"/>
          </ac:spMkLst>
        </pc:spChg>
        <pc:spChg chg="del mod">
          <ac:chgData name="Hugo Rochedreux" userId="6288e003abb40449" providerId="LiveId" clId="{C4C12EDA-F8C2-415D-A87B-352695C8B9B1}" dt="2025-11-06T14:35:37.853" v="15" actId="478"/>
          <ac:spMkLst>
            <pc:docMk/>
            <pc:sldMk cId="1517685866" sldId="265"/>
            <ac:spMk id="7" creationId="{2E855620-3038-D7D8-3F2B-DC1DDB9006CB}"/>
          </ac:spMkLst>
        </pc:spChg>
        <pc:spChg chg="add mod">
          <ac:chgData name="Hugo Rochedreux" userId="6288e003abb40449" providerId="LiveId" clId="{C4C12EDA-F8C2-415D-A87B-352695C8B9B1}" dt="2025-11-06T17:22:28.689" v="2343" actId="790"/>
          <ac:spMkLst>
            <pc:docMk/>
            <pc:sldMk cId="1517685866" sldId="265"/>
            <ac:spMk id="8" creationId="{85AFE7EC-CBF9-86AC-00DA-0F2F68F5483D}"/>
          </ac:spMkLst>
        </pc:spChg>
        <pc:spChg chg="add mod">
          <ac:chgData name="Hugo Rochedreux" userId="6288e003abb40449" providerId="LiveId" clId="{C4C12EDA-F8C2-415D-A87B-352695C8B9B1}" dt="2025-11-06T17:22:28.689" v="2343" actId="790"/>
          <ac:spMkLst>
            <pc:docMk/>
            <pc:sldMk cId="1517685866" sldId="265"/>
            <ac:spMk id="9" creationId="{D859A0F0-92DB-78AC-2D5C-ED012473A183}"/>
          </ac:spMkLst>
        </pc:spChg>
        <pc:spChg chg="add mod">
          <ac:chgData name="Hugo Rochedreux" userId="6288e003abb40449" providerId="LiveId" clId="{C4C12EDA-F8C2-415D-A87B-352695C8B9B1}" dt="2025-11-07T08:35:53.327" v="3400" actId="20577"/>
          <ac:spMkLst>
            <pc:docMk/>
            <pc:sldMk cId="1517685866" sldId="265"/>
            <ac:spMk id="10" creationId="{FC929D71-BC92-D201-37CE-6D193C907286}"/>
          </ac:spMkLst>
        </pc:spChg>
        <pc:spChg chg="add mod">
          <ac:chgData name="Hugo Rochedreux" userId="6288e003abb40449" providerId="LiveId" clId="{C4C12EDA-F8C2-415D-A87B-352695C8B9B1}" dt="2025-11-06T17:22:28.689" v="2343" actId="790"/>
          <ac:spMkLst>
            <pc:docMk/>
            <pc:sldMk cId="1517685866" sldId="265"/>
            <ac:spMk id="11" creationId="{EE6810D0-3DA4-D50C-98C3-6AB684A74874}"/>
          </ac:spMkLst>
        </pc:spChg>
        <pc:spChg chg="mod">
          <ac:chgData name="Hugo Rochedreux" userId="6288e003abb40449" providerId="LiveId" clId="{C4C12EDA-F8C2-415D-A87B-352695C8B9B1}" dt="2025-11-06T17:22:28.689" v="2343" actId="790"/>
          <ac:spMkLst>
            <pc:docMk/>
            <pc:sldMk cId="1517685866" sldId="265"/>
            <ac:spMk id="24" creationId="{681A4D9E-735B-1620-2B48-193E4511BFD7}"/>
          </ac:spMkLst>
        </pc:spChg>
        <pc:picChg chg="add mod">
          <ac:chgData name="Hugo Rochedreux" userId="6288e003abb40449" providerId="LiveId" clId="{C4C12EDA-F8C2-415D-A87B-352695C8B9B1}" dt="2025-11-06T15:54:58.492" v="426" actId="1076"/>
          <ac:picMkLst>
            <pc:docMk/>
            <pc:sldMk cId="1517685866" sldId="265"/>
            <ac:picMk id="12" creationId="{7994735B-C637-E08E-1FB4-7DB5715AE4ED}"/>
          </ac:picMkLst>
        </pc:picChg>
      </pc:sldChg>
      <pc:sldChg chg="addSp delSp modSp add mod ord">
        <pc:chgData name="Hugo Rochedreux" userId="6288e003abb40449" providerId="LiveId" clId="{C4C12EDA-F8C2-415D-A87B-352695C8B9B1}" dt="2025-11-07T11:21:46.882" v="4206" actId="20577"/>
        <pc:sldMkLst>
          <pc:docMk/>
          <pc:sldMk cId="2037455230" sldId="266"/>
        </pc:sldMkLst>
        <pc:spChg chg="add del mod">
          <ac:chgData name="Hugo Rochedreux" userId="6288e003abb40449" providerId="LiveId" clId="{C4C12EDA-F8C2-415D-A87B-352695C8B9B1}" dt="2025-11-06T15:59:56.296" v="432" actId="478"/>
          <ac:spMkLst>
            <pc:docMk/>
            <pc:sldMk cId="2037455230" sldId="266"/>
            <ac:spMk id="3" creationId="{F90F4C37-31F0-C133-90A3-47C95A485004}"/>
          </ac:spMkLst>
        </pc:spChg>
        <pc:spChg chg="mod">
          <ac:chgData name="Hugo Rochedreux" userId="6288e003abb40449" providerId="LiveId" clId="{C4C12EDA-F8C2-415D-A87B-352695C8B9B1}" dt="2025-11-07T11:21:46.882" v="4206" actId="20577"/>
          <ac:spMkLst>
            <pc:docMk/>
            <pc:sldMk cId="2037455230" sldId="266"/>
            <ac:spMk id="4" creationId="{E8BCA2EA-99B8-927E-6C03-36FF9A28DC8A}"/>
          </ac:spMkLst>
        </pc:spChg>
        <pc:spChg chg="add mod">
          <ac:chgData name="Hugo Rochedreux" userId="6288e003abb40449" providerId="LiveId" clId="{C4C12EDA-F8C2-415D-A87B-352695C8B9B1}" dt="2025-11-06T17:22:28.689" v="2343" actId="790"/>
          <ac:spMkLst>
            <pc:docMk/>
            <pc:sldMk cId="2037455230" sldId="266"/>
            <ac:spMk id="5" creationId="{5080D842-4613-CD76-4226-D3879D35EF00}"/>
          </ac:spMkLst>
        </pc:spChg>
        <pc:spChg chg="add del mod">
          <ac:chgData name="Hugo Rochedreux" userId="6288e003abb40449" providerId="LiveId" clId="{C4C12EDA-F8C2-415D-A87B-352695C8B9B1}" dt="2025-11-07T09:51:01.314" v="4040" actId="478"/>
          <ac:spMkLst>
            <pc:docMk/>
            <pc:sldMk cId="2037455230" sldId="266"/>
            <ac:spMk id="6" creationId="{FE3C05C6-ECE5-2360-2268-E932D9014656}"/>
          </ac:spMkLst>
        </pc:spChg>
        <pc:spChg chg="mod">
          <ac:chgData name="Hugo Rochedreux" userId="6288e003abb40449" providerId="LiveId" clId="{C4C12EDA-F8C2-415D-A87B-352695C8B9B1}" dt="2025-11-06T17:22:28.689" v="2343" actId="790"/>
          <ac:spMkLst>
            <pc:docMk/>
            <pc:sldMk cId="2037455230" sldId="266"/>
            <ac:spMk id="24" creationId="{DCC7B36A-5A44-D3AA-09EA-05BDD0C22B06}"/>
          </ac:spMkLst>
        </pc:spChg>
        <pc:picChg chg="add mod">
          <ac:chgData name="Hugo Rochedreux" userId="6288e003abb40449" providerId="LiveId" clId="{C4C12EDA-F8C2-415D-A87B-352695C8B9B1}" dt="2025-11-06T20:36:02.185" v="3299"/>
          <ac:picMkLst>
            <pc:docMk/>
            <pc:sldMk cId="2037455230" sldId="266"/>
            <ac:picMk id="2" creationId="{DC681308-8206-D932-90E6-E8C3AF6F14B4}"/>
          </ac:picMkLst>
        </pc:picChg>
        <pc:picChg chg="add mod">
          <ac:chgData name="Hugo Rochedreux" userId="6288e003abb40449" providerId="LiveId" clId="{C4C12EDA-F8C2-415D-A87B-352695C8B9B1}" dt="2025-11-06T20:36:02.185" v="3299"/>
          <ac:picMkLst>
            <pc:docMk/>
            <pc:sldMk cId="2037455230" sldId="266"/>
            <ac:picMk id="3" creationId="{14879AB6-30DA-61C2-8B0B-892BF6E3D63A}"/>
          </ac:picMkLst>
        </pc:picChg>
        <pc:picChg chg="add mod">
          <ac:chgData name="Hugo Rochedreux" userId="6288e003abb40449" providerId="LiveId" clId="{C4C12EDA-F8C2-415D-A87B-352695C8B9B1}" dt="2025-11-06T20:36:02.185" v="3299"/>
          <ac:picMkLst>
            <pc:docMk/>
            <pc:sldMk cId="2037455230" sldId="266"/>
            <ac:picMk id="7" creationId="{0FED7F01-B193-AF73-9CAC-2D1D8EBB384A}"/>
          </ac:picMkLst>
        </pc:picChg>
        <pc:picChg chg="add mod">
          <ac:chgData name="Hugo Rochedreux" userId="6288e003abb40449" providerId="LiveId" clId="{C4C12EDA-F8C2-415D-A87B-352695C8B9B1}" dt="2025-11-07T09:51:05.178" v="4042" actId="1076"/>
          <ac:picMkLst>
            <pc:docMk/>
            <pc:sldMk cId="2037455230" sldId="266"/>
            <ac:picMk id="1026" creationId="{193277C4-F1FF-15E8-F2BE-574E701DE9E0}"/>
          </ac:picMkLst>
        </pc:picChg>
        <pc:picChg chg="add del mod">
          <ac:chgData name="Hugo Rochedreux" userId="6288e003abb40449" providerId="LiveId" clId="{C4C12EDA-F8C2-415D-A87B-352695C8B9B1}" dt="2025-11-07T08:46:58.100" v="3439" actId="478"/>
          <ac:picMkLst>
            <pc:docMk/>
            <pc:sldMk cId="2037455230" sldId="266"/>
            <ac:picMk id="1026" creationId="{9F924976-0EFD-4D6F-F8C2-5F92894C701D}"/>
          </ac:picMkLst>
        </pc:picChg>
        <pc:picChg chg="add mod">
          <ac:chgData name="Hugo Rochedreux" userId="6288e003abb40449" providerId="LiveId" clId="{C4C12EDA-F8C2-415D-A87B-352695C8B9B1}" dt="2025-11-07T09:51:14.254" v="4046" actId="1076"/>
          <ac:picMkLst>
            <pc:docMk/>
            <pc:sldMk cId="2037455230" sldId="266"/>
            <ac:picMk id="1028" creationId="{BFEA5935-F583-2491-FDF6-780B8A7EBF14}"/>
          </ac:picMkLst>
        </pc:picChg>
        <pc:picChg chg="add del mod">
          <ac:chgData name="Hugo Rochedreux" userId="6288e003abb40449" providerId="LiveId" clId="{C4C12EDA-F8C2-415D-A87B-352695C8B9B1}" dt="2025-11-07T08:46:58.632" v="3440" actId="478"/>
          <ac:picMkLst>
            <pc:docMk/>
            <pc:sldMk cId="2037455230" sldId="266"/>
            <ac:picMk id="2050" creationId="{65E13DE4-0642-8059-709A-07FBB1E9C470}"/>
          </ac:picMkLst>
        </pc:picChg>
        <pc:picChg chg="add del mod">
          <ac:chgData name="Hugo Rochedreux" userId="6288e003abb40449" providerId="LiveId" clId="{C4C12EDA-F8C2-415D-A87B-352695C8B9B1}" dt="2025-11-06T20:40:22.834" v="3333" actId="478"/>
          <ac:picMkLst>
            <pc:docMk/>
            <pc:sldMk cId="2037455230" sldId="266"/>
            <ac:picMk id="2052" creationId="{6AF4D7B2-2E4B-F945-BE95-811D99917D73}"/>
          </ac:picMkLst>
        </pc:picChg>
      </pc:sldChg>
      <pc:sldChg chg="addSp delSp modSp add mod ord modNotesTx">
        <pc:chgData name="Hugo Rochedreux" userId="6288e003abb40449" providerId="LiveId" clId="{C4C12EDA-F8C2-415D-A87B-352695C8B9B1}" dt="2025-11-07T11:31:40.106" v="4231" actId="20577"/>
        <pc:sldMkLst>
          <pc:docMk/>
          <pc:sldMk cId="1673926891" sldId="267"/>
        </pc:sldMkLst>
        <pc:spChg chg="add del">
          <ac:chgData name="Hugo Rochedreux" userId="6288e003abb40449" providerId="LiveId" clId="{C4C12EDA-F8C2-415D-A87B-352695C8B9B1}" dt="2025-11-06T14:36:27.474" v="22" actId="22"/>
          <ac:spMkLst>
            <pc:docMk/>
            <pc:sldMk cId="1673926891" sldId="267"/>
            <ac:spMk id="3" creationId="{8774BB91-E0D4-C51C-E824-DACC9A77A939}"/>
          </ac:spMkLst>
        </pc:spChg>
        <pc:spChg chg="mod">
          <ac:chgData name="Hugo Rochedreux" userId="6288e003abb40449" providerId="LiveId" clId="{C4C12EDA-F8C2-415D-A87B-352695C8B9B1}" dt="2025-11-07T11:22:05.156" v="4212" actId="20577"/>
          <ac:spMkLst>
            <pc:docMk/>
            <pc:sldMk cId="1673926891" sldId="267"/>
            <ac:spMk id="4" creationId="{E946F42C-4275-DCB4-93B4-99F74AD0ED20}"/>
          </ac:spMkLst>
        </pc:spChg>
        <pc:spChg chg="add del mod">
          <ac:chgData name="Hugo Rochedreux" userId="6288e003abb40449" providerId="LiveId" clId="{C4C12EDA-F8C2-415D-A87B-352695C8B9B1}" dt="2025-11-06T16:10:27.149" v="822" actId="478"/>
          <ac:spMkLst>
            <pc:docMk/>
            <pc:sldMk cId="1673926891" sldId="267"/>
            <ac:spMk id="6" creationId="{6D7275A3-D931-AB6B-D111-0A4B623D94AD}"/>
          </ac:spMkLst>
        </pc:spChg>
        <pc:spChg chg="add mod">
          <ac:chgData name="Hugo Rochedreux" userId="6288e003abb40449" providerId="LiveId" clId="{C4C12EDA-F8C2-415D-A87B-352695C8B9B1}" dt="2025-11-06T17:22:28.689" v="2343" actId="790"/>
          <ac:spMkLst>
            <pc:docMk/>
            <pc:sldMk cId="1673926891" sldId="267"/>
            <ac:spMk id="7" creationId="{35624229-B53B-77DD-72EF-F848380449FA}"/>
          </ac:spMkLst>
        </pc:spChg>
        <pc:spChg chg="add mod">
          <ac:chgData name="Hugo Rochedreux" userId="6288e003abb40449" providerId="LiveId" clId="{C4C12EDA-F8C2-415D-A87B-352695C8B9B1}" dt="2025-11-06T17:22:28.689" v="2343" actId="790"/>
          <ac:spMkLst>
            <pc:docMk/>
            <pc:sldMk cId="1673926891" sldId="267"/>
            <ac:spMk id="8" creationId="{6F4365F5-2677-CC68-EADF-69D34C1752C9}"/>
          </ac:spMkLst>
        </pc:spChg>
        <pc:spChg chg="add mod">
          <ac:chgData name="Hugo Rochedreux" userId="6288e003abb40449" providerId="LiveId" clId="{C4C12EDA-F8C2-415D-A87B-352695C8B9B1}" dt="2025-11-06T17:22:28.689" v="2343" actId="790"/>
          <ac:spMkLst>
            <pc:docMk/>
            <pc:sldMk cId="1673926891" sldId="267"/>
            <ac:spMk id="9" creationId="{055779F6-BC0C-A298-1EEF-3C7493C9056E}"/>
          </ac:spMkLst>
        </pc:spChg>
        <pc:spChg chg="add del">
          <ac:chgData name="Hugo Rochedreux" userId="6288e003abb40449" providerId="LiveId" clId="{C4C12EDA-F8C2-415D-A87B-352695C8B9B1}" dt="2025-11-06T16:40:45.505" v="1286" actId="22"/>
          <ac:spMkLst>
            <pc:docMk/>
            <pc:sldMk cId="1673926891" sldId="267"/>
            <ac:spMk id="11" creationId="{37462D01-DBCD-D8EE-2AD7-44D0D7CA2C1B}"/>
          </ac:spMkLst>
        </pc:spChg>
        <pc:spChg chg="add mod">
          <ac:chgData name="Hugo Rochedreux" userId="6288e003abb40449" providerId="LiveId" clId="{C4C12EDA-F8C2-415D-A87B-352695C8B9B1}" dt="2025-11-06T17:22:28.689" v="2343" actId="790"/>
          <ac:spMkLst>
            <pc:docMk/>
            <pc:sldMk cId="1673926891" sldId="267"/>
            <ac:spMk id="13" creationId="{D4EC96F0-7E49-C6A9-3DFF-15FF5BDC6E64}"/>
          </ac:spMkLst>
        </pc:spChg>
        <pc:spChg chg="mod">
          <ac:chgData name="Hugo Rochedreux" userId="6288e003abb40449" providerId="LiveId" clId="{C4C12EDA-F8C2-415D-A87B-352695C8B9B1}" dt="2025-11-06T17:22:28.689" v="2343" actId="790"/>
          <ac:spMkLst>
            <pc:docMk/>
            <pc:sldMk cId="1673926891" sldId="267"/>
            <ac:spMk id="24" creationId="{15DC6CCF-3F66-0751-02D5-02654C00FF9F}"/>
          </ac:spMkLst>
        </pc:spChg>
        <pc:picChg chg="add mod">
          <ac:chgData name="Hugo Rochedreux" userId="6288e003abb40449" providerId="LiveId" clId="{C4C12EDA-F8C2-415D-A87B-352695C8B9B1}" dt="2025-11-06T20:36:26.410" v="3309" actId="1076"/>
          <ac:picMkLst>
            <pc:docMk/>
            <pc:sldMk cId="1673926891" sldId="267"/>
            <ac:picMk id="2" creationId="{24CD226A-5E4D-E263-8001-2E6CCD9FE74A}"/>
          </ac:picMkLst>
        </pc:picChg>
        <pc:picChg chg="add del mod">
          <ac:chgData name="Hugo Rochedreux" userId="6288e003abb40449" providerId="LiveId" clId="{C4C12EDA-F8C2-415D-A87B-352695C8B9B1}" dt="2025-11-06T20:36:21.836" v="3307" actId="478"/>
          <ac:picMkLst>
            <pc:docMk/>
            <pc:sldMk cId="1673926891" sldId="267"/>
            <ac:picMk id="3" creationId="{B1E0D59F-50B7-5E0D-78FE-03CE489B2EF0}"/>
          </ac:picMkLst>
        </pc:picChg>
        <pc:picChg chg="add del mod">
          <ac:chgData name="Hugo Rochedreux" userId="6288e003abb40449" providerId="LiveId" clId="{C4C12EDA-F8C2-415D-A87B-352695C8B9B1}" dt="2025-11-06T20:36:24.893" v="3308" actId="478"/>
          <ac:picMkLst>
            <pc:docMk/>
            <pc:sldMk cId="1673926891" sldId="267"/>
            <ac:picMk id="5" creationId="{B70E981A-3D1A-F559-0714-264FE1475D47}"/>
          </ac:picMkLst>
        </pc:picChg>
        <pc:picChg chg="add del mod">
          <ac:chgData name="Hugo Rochedreux" userId="6288e003abb40449" providerId="LiveId" clId="{C4C12EDA-F8C2-415D-A87B-352695C8B9B1}" dt="2025-11-06T16:33:40.313" v="965" actId="478"/>
          <ac:picMkLst>
            <pc:docMk/>
            <pc:sldMk cId="1673926891" sldId="267"/>
            <ac:picMk id="5122" creationId="{534FFD8E-E660-4A28-8DB8-B0F31A9EDE77}"/>
          </ac:picMkLst>
        </pc:picChg>
        <pc:picChg chg="add del mod">
          <ac:chgData name="Hugo Rochedreux" userId="6288e003abb40449" providerId="LiveId" clId="{C4C12EDA-F8C2-415D-A87B-352695C8B9B1}" dt="2025-11-06T16:37:35.994" v="1103" actId="478"/>
          <ac:picMkLst>
            <pc:docMk/>
            <pc:sldMk cId="1673926891" sldId="267"/>
            <ac:picMk id="5124" creationId="{ECBF0B40-78C2-19A4-2DE2-C149EB28318F}"/>
          </ac:picMkLst>
        </pc:picChg>
        <pc:picChg chg="add mod">
          <ac:chgData name="Hugo Rochedreux" userId="6288e003abb40449" providerId="LiveId" clId="{C4C12EDA-F8C2-415D-A87B-352695C8B9B1}" dt="2025-11-06T16:37:43.672" v="1108" actId="1076"/>
          <ac:picMkLst>
            <pc:docMk/>
            <pc:sldMk cId="1673926891" sldId="267"/>
            <ac:picMk id="5126" creationId="{0B33693F-A86E-8035-F6E9-30ABD0D053BA}"/>
          </ac:picMkLst>
        </pc:picChg>
      </pc:sldChg>
      <pc:sldChg chg="addSp delSp modSp add mod">
        <pc:chgData name="Hugo Rochedreux" userId="6288e003abb40449" providerId="LiveId" clId="{C4C12EDA-F8C2-415D-A87B-352695C8B9B1}" dt="2025-11-07T11:22:01.769" v="4208" actId="20577"/>
        <pc:sldMkLst>
          <pc:docMk/>
          <pc:sldMk cId="2874532095" sldId="268"/>
        </pc:sldMkLst>
        <pc:spChg chg="add del mod">
          <ac:chgData name="Hugo Rochedreux" userId="6288e003abb40449" providerId="LiveId" clId="{C4C12EDA-F8C2-415D-A87B-352695C8B9B1}" dt="2025-11-06T16:07:32.821" v="746" actId="478"/>
          <ac:spMkLst>
            <pc:docMk/>
            <pc:sldMk cId="2874532095" sldId="268"/>
            <ac:spMk id="3" creationId="{78646A6B-87EF-CDB3-C6E9-6F10D4B6D466}"/>
          </ac:spMkLst>
        </pc:spChg>
        <pc:spChg chg="mod">
          <ac:chgData name="Hugo Rochedreux" userId="6288e003abb40449" providerId="LiveId" clId="{C4C12EDA-F8C2-415D-A87B-352695C8B9B1}" dt="2025-11-07T11:22:01.769" v="4208" actId="20577"/>
          <ac:spMkLst>
            <pc:docMk/>
            <pc:sldMk cId="2874532095" sldId="268"/>
            <ac:spMk id="4" creationId="{1146669C-BC9B-18D0-27AB-821E58A939AD}"/>
          </ac:spMkLst>
        </pc:spChg>
        <pc:spChg chg="add mod">
          <ac:chgData name="Hugo Rochedreux" userId="6288e003abb40449" providerId="LiveId" clId="{C4C12EDA-F8C2-415D-A87B-352695C8B9B1}" dt="2025-11-06T17:22:28.689" v="2343" actId="790"/>
          <ac:spMkLst>
            <pc:docMk/>
            <pc:sldMk cId="2874532095" sldId="268"/>
            <ac:spMk id="5" creationId="{C40A44DD-31DE-3687-699E-5364246CAF24}"/>
          </ac:spMkLst>
        </pc:spChg>
        <pc:spChg chg="add mod">
          <ac:chgData name="Hugo Rochedreux" userId="6288e003abb40449" providerId="LiveId" clId="{C4C12EDA-F8C2-415D-A87B-352695C8B9B1}" dt="2025-11-06T17:22:28.689" v="2343" actId="790"/>
          <ac:spMkLst>
            <pc:docMk/>
            <pc:sldMk cId="2874532095" sldId="268"/>
            <ac:spMk id="6" creationId="{ED12DFAE-473C-DAF6-6D03-121323943E1F}"/>
          </ac:spMkLst>
        </pc:spChg>
        <pc:spChg chg="add mod">
          <ac:chgData name="Hugo Rochedreux" userId="6288e003abb40449" providerId="LiveId" clId="{C4C12EDA-F8C2-415D-A87B-352695C8B9B1}" dt="2025-11-06T17:22:28.689" v="2343" actId="790"/>
          <ac:spMkLst>
            <pc:docMk/>
            <pc:sldMk cId="2874532095" sldId="268"/>
            <ac:spMk id="11" creationId="{8D0ECD95-26FB-FE52-5303-E65796848018}"/>
          </ac:spMkLst>
        </pc:spChg>
        <pc:spChg chg="add mod">
          <ac:chgData name="Hugo Rochedreux" userId="6288e003abb40449" providerId="LiveId" clId="{C4C12EDA-F8C2-415D-A87B-352695C8B9B1}" dt="2025-11-06T17:22:28.689" v="2343" actId="790"/>
          <ac:spMkLst>
            <pc:docMk/>
            <pc:sldMk cId="2874532095" sldId="268"/>
            <ac:spMk id="12" creationId="{18152260-3339-2697-057A-596B3BFFF3F2}"/>
          </ac:spMkLst>
        </pc:spChg>
        <pc:spChg chg="add mod">
          <ac:chgData name="Hugo Rochedreux" userId="6288e003abb40449" providerId="LiveId" clId="{C4C12EDA-F8C2-415D-A87B-352695C8B9B1}" dt="2025-11-06T17:22:28.689" v="2343" actId="790"/>
          <ac:spMkLst>
            <pc:docMk/>
            <pc:sldMk cId="2874532095" sldId="268"/>
            <ac:spMk id="15" creationId="{3EAE454A-8532-0B13-D49C-80216E219A0E}"/>
          </ac:spMkLst>
        </pc:spChg>
        <pc:spChg chg="add mod">
          <ac:chgData name="Hugo Rochedreux" userId="6288e003abb40449" providerId="LiveId" clId="{C4C12EDA-F8C2-415D-A87B-352695C8B9B1}" dt="2025-11-06T16:05:51.967" v="679"/>
          <ac:spMkLst>
            <pc:docMk/>
            <pc:sldMk cId="2874532095" sldId="268"/>
            <ac:spMk id="16" creationId="{86815D11-24EF-6CB0-B1A9-1E03223B9FAD}"/>
          </ac:spMkLst>
        </pc:spChg>
        <pc:spChg chg="add mod">
          <ac:chgData name="Hugo Rochedreux" userId="6288e003abb40449" providerId="LiveId" clId="{C4C12EDA-F8C2-415D-A87B-352695C8B9B1}" dt="2025-11-06T17:22:28.689" v="2343" actId="790"/>
          <ac:spMkLst>
            <pc:docMk/>
            <pc:sldMk cId="2874532095" sldId="268"/>
            <ac:spMk id="17" creationId="{C8C6D597-A0FA-57FB-3E0B-E029FA72A68B}"/>
          </ac:spMkLst>
        </pc:spChg>
        <pc:spChg chg="add">
          <ac:chgData name="Hugo Rochedreux" userId="6288e003abb40449" providerId="LiveId" clId="{C4C12EDA-F8C2-415D-A87B-352695C8B9B1}" dt="2025-11-06T16:08:18.729" v="747"/>
          <ac:spMkLst>
            <pc:docMk/>
            <pc:sldMk cId="2874532095" sldId="268"/>
            <ac:spMk id="18" creationId="{CC804878-8AB3-FE55-76C2-4D4A87DC5EF7}"/>
          </ac:spMkLst>
        </pc:spChg>
        <pc:spChg chg="mod">
          <ac:chgData name="Hugo Rochedreux" userId="6288e003abb40449" providerId="LiveId" clId="{C4C12EDA-F8C2-415D-A87B-352695C8B9B1}" dt="2025-11-06T17:22:28.689" v="2343" actId="790"/>
          <ac:spMkLst>
            <pc:docMk/>
            <pc:sldMk cId="2874532095" sldId="268"/>
            <ac:spMk id="24" creationId="{1E1B3BCA-6F03-2B7A-8B7B-72BD96C56139}"/>
          </ac:spMkLst>
        </pc:spChg>
        <pc:picChg chg="add del mod">
          <ac:chgData name="Hugo Rochedreux" userId="6288e003abb40449" providerId="LiveId" clId="{C4C12EDA-F8C2-415D-A87B-352695C8B9B1}" dt="2025-11-06T20:36:14.402" v="3303" actId="478"/>
          <ac:picMkLst>
            <pc:docMk/>
            <pc:sldMk cId="2874532095" sldId="268"/>
            <ac:picMk id="2" creationId="{CC557FAF-C5C1-FC0E-E3D3-B412291FCE62}"/>
          </ac:picMkLst>
        </pc:picChg>
        <pc:picChg chg="add del mod">
          <ac:chgData name="Hugo Rochedreux" userId="6288e003abb40449" providerId="LiveId" clId="{C4C12EDA-F8C2-415D-A87B-352695C8B9B1}" dt="2025-11-06T20:36:14.402" v="3303" actId="478"/>
          <ac:picMkLst>
            <pc:docMk/>
            <pc:sldMk cId="2874532095" sldId="268"/>
            <ac:picMk id="3" creationId="{4E6D7930-CDF6-ABC9-EAD4-749246B64F9A}"/>
          </ac:picMkLst>
        </pc:picChg>
        <pc:picChg chg="add mod">
          <ac:chgData name="Hugo Rochedreux" userId="6288e003abb40449" providerId="LiveId" clId="{C4C12EDA-F8C2-415D-A87B-352695C8B9B1}" dt="2025-11-06T20:36:10.369" v="3302" actId="1076"/>
          <ac:picMkLst>
            <pc:docMk/>
            <pc:sldMk cId="2874532095" sldId="268"/>
            <ac:picMk id="7" creationId="{DFF7B2D1-6C1B-83B1-73D5-9945B44D2861}"/>
          </ac:picMkLst>
        </pc:picChg>
        <pc:picChg chg="add del mod">
          <ac:chgData name="Hugo Rochedreux" userId="6288e003abb40449" providerId="LiveId" clId="{C4C12EDA-F8C2-415D-A87B-352695C8B9B1}" dt="2025-11-06T16:03:08.623" v="518" actId="478"/>
          <ac:picMkLst>
            <pc:docMk/>
            <pc:sldMk cId="2874532095" sldId="268"/>
            <ac:picMk id="8" creationId="{BA70B853-BDB0-EC4C-9CD0-FFCD781A8332}"/>
          </ac:picMkLst>
        </pc:picChg>
        <pc:picChg chg="add del mod">
          <ac:chgData name="Hugo Rochedreux" userId="6288e003abb40449" providerId="LiveId" clId="{C4C12EDA-F8C2-415D-A87B-352695C8B9B1}" dt="2025-11-06T16:03:09.364" v="519" actId="478"/>
          <ac:picMkLst>
            <pc:docMk/>
            <pc:sldMk cId="2874532095" sldId="268"/>
            <ac:picMk id="10" creationId="{C60F294B-9CD3-957D-287E-EFB39E0D8306}"/>
          </ac:picMkLst>
        </pc:picChg>
        <pc:picChg chg="add mod">
          <ac:chgData name="Hugo Rochedreux" userId="6288e003abb40449" providerId="LiveId" clId="{C4C12EDA-F8C2-415D-A87B-352695C8B9B1}" dt="2025-11-06T16:08:27.518" v="750" actId="1076"/>
          <ac:picMkLst>
            <pc:docMk/>
            <pc:sldMk cId="2874532095" sldId="268"/>
            <ac:picMk id="19" creationId="{C8D1A6FA-10F4-C092-1DA2-0EF391215F7A}"/>
          </ac:picMkLst>
        </pc:picChg>
        <pc:cxnChg chg="add del mod">
          <ac:chgData name="Hugo Rochedreux" userId="6288e003abb40449" providerId="LiveId" clId="{C4C12EDA-F8C2-415D-A87B-352695C8B9B1}" dt="2025-11-06T16:05:31.971" v="671" actId="478"/>
          <ac:cxnSpMkLst>
            <pc:docMk/>
            <pc:sldMk cId="2874532095" sldId="268"/>
            <ac:cxnSpMk id="14" creationId="{42C2289B-54DD-1F6F-249B-D89F1D165322}"/>
          </ac:cxnSpMkLst>
        </pc:cxnChg>
      </pc:sldChg>
      <pc:sldChg chg="addSp add del mod">
        <pc:chgData name="Hugo Rochedreux" userId="6288e003abb40449" providerId="LiveId" clId="{C4C12EDA-F8C2-415D-A87B-352695C8B9B1}" dt="2025-11-06T15:48:44.309" v="284" actId="47"/>
        <pc:sldMkLst>
          <pc:docMk/>
          <pc:sldMk cId="4108869172" sldId="269"/>
        </pc:sldMkLst>
        <pc:spChg chg="add">
          <ac:chgData name="Hugo Rochedreux" userId="6288e003abb40449" providerId="LiveId" clId="{C4C12EDA-F8C2-415D-A87B-352695C8B9B1}" dt="2025-11-06T14:36:59.792" v="33" actId="22"/>
          <ac:spMkLst>
            <pc:docMk/>
            <pc:sldMk cId="4108869172" sldId="269"/>
            <ac:spMk id="3" creationId="{3CB1185A-3B4B-8AC4-CD27-2F93E1EDCD4E}"/>
          </ac:spMkLst>
        </pc:spChg>
      </pc:sldChg>
      <pc:sldChg chg="addSp delSp modSp add mod">
        <pc:chgData name="Hugo Rochedreux" userId="6288e003abb40449" providerId="LiveId" clId="{C4C12EDA-F8C2-415D-A87B-352695C8B9B1}" dt="2025-11-07T11:22:07.905" v="4213" actId="20577"/>
        <pc:sldMkLst>
          <pc:docMk/>
          <pc:sldMk cId="1937922622" sldId="270"/>
        </pc:sldMkLst>
        <pc:spChg chg="add del mod">
          <ac:chgData name="Hugo Rochedreux" userId="6288e003abb40449" providerId="LiveId" clId="{C4C12EDA-F8C2-415D-A87B-352695C8B9B1}" dt="2025-11-06T16:39:00.088" v="1209"/>
          <ac:spMkLst>
            <pc:docMk/>
            <pc:sldMk cId="1937922622" sldId="270"/>
            <ac:spMk id="3" creationId="{F0DE0A89-874E-06CE-5A2F-643AD5D8C322}"/>
          </ac:spMkLst>
        </pc:spChg>
        <pc:spChg chg="mod">
          <ac:chgData name="Hugo Rochedreux" userId="6288e003abb40449" providerId="LiveId" clId="{C4C12EDA-F8C2-415D-A87B-352695C8B9B1}" dt="2025-11-07T11:22:07.905" v="4213" actId="20577"/>
          <ac:spMkLst>
            <pc:docMk/>
            <pc:sldMk cId="1937922622" sldId="270"/>
            <ac:spMk id="4" creationId="{7D2AAD8A-9836-52E8-DD4B-A9604393546A}"/>
          </ac:spMkLst>
        </pc:spChg>
        <pc:spChg chg="add mod">
          <ac:chgData name="Hugo Rochedreux" userId="6288e003abb40449" providerId="LiveId" clId="{C4C12EDA-F8C2-415D-A87B-352695C8B9B1}" dt="2025-11-06T17:28:04.574" v="2637" actId="20577"/>
          <ac:spMkLst>
            <pc:docMk/>
            <pc:sldMk cId="1937922622" sldId="270"/>
            <ac:spMk id="5" creationId="{146E4290-F6C3-E130-DE87-6E174C638FEC}"/>
          </ac:spMkLst>
        </pc:spChg>
        <pc:spChg chg="add mod">
          <ac:chgData name="Hugo Rochedreux" userId="6288e003abb40449" providerId="LiveId" clId="{C4C12EDA-F8C2-415D-A87B-352695C8B9B1}" dt="2025-11-06T17:22:28.689" v="2343" actId="790"/>
          <ac:spMkLst>
            <pc:docMk/>
            <pc:sldMk cId="1937922622" sldId="270"/>
            <ac:spMk id="6" creationId="{49782BE0-26FB-3FD7-46FF-E3E182FBC007}"/>
          </ac:spMkLst>
        </pc:spChg>
        <pc:spChg chg="add mod ord">
          <ac:chgData name="Hugo Rochedreux" userId="6288e003abb40449" providerId="LiveId" clId="{C4C12EDA-F8C2-415D-A87B-352695C8B9B1}" dt="2025-11-06T17:22:28.689" v="2343" actId="790"/>
          <ac:spMkLst>
            <pc:docMk/>
            <pc:sldMk cId="1937922622" sldId="270"/>
            <ac:spMk id="7" creationId="{35F517E7-3A3C-5BA9-FC02-FC72A2474348}"/>
          </ac:spMkLst>
        </pc:spChg>
        <pc:spChg chg="add mod ord">
          <ac:chgData name="Hugo Rochedreux" userId="6288e003abb40449" providerId="LiveId" clId="{C4C12EDA-F8C2-415D-A87B-352695C8B9B1}" dt="2025-11-06T17:22:28.689" v="2343" actId="790"/>
          <ac:spMkLst>
            <pc:docMk/>
            <pc:sldMk cId="1937922622" sldId="270"/>
            <ac:spMk id="8" creationId="{405C89C1-8E63-1701-4F25-5C14FD643E84}"/>
          </ac:spMkLst>
        </pc:spChg>
        <pc:spChg chg="add mod ord">
          <ac:chgData name="Hugo Rochedreux" userId="6288e003abb40449" providerId="LiveId" clId="{C4C12EDA-F8C2-415D-A87B-352695C8B9B1}" dt="2025-11-06T17:22:28.689" v="2343" actId="790"/>
          <ac:spMkLst>
            <pc:docMk/>
            <pc:sldMk cId="1937922622" sldId="270"/>
            <ac:spMk id="9" creationId="{687C170C-2C65-66D1-0707-87DE3F581EA7}"/>
          </ac:spMkLst>
        </pc:spChg>
        <pc:spChg chg="add mod ord">
          <ac:chgData name="Hugo Rochedreux" userId="6288e003abb40449" providerId="LiveId" clId="{C4C12EDA-F8C2-415D-A87B-352695C8B9B1}" dt="2025-11-06T17:22:28.689" v="2343" actId="790"/>
          <ac:spMkLst>
            <pc:docMk/>
            <pc:sldMk cId="1937922622" sldId="270"/>
            <ac:spMk id="10" creationId="{F4E9E92B-43DA-A944-C1DA-A205F4262E70}"/>
          </ac:spMkLst>
        </pc:spChg>
        <pc:spChg chg="add mod ord">
          <ac:chgData name="Hugo Rochedreux" userId="6288e003abb40449" providerId="LiveId" clId="{C4C12EDA-F8C2-415D-A87B-352695C8B9B1}" dt="2025-11-06T17:22:28.689" v="2343" actId="790"/>
          <ac:spMkLst>
            <pc:docMk/>
            <pc:sldMk cId="1937922622" sldId="270"/>
            <ac:spMk id="11" creationId="{2A92CFBA-4924-3F7D-0E5E-136BF51DECD5}"/>
          </ac:spMkLst>
        </pc:spChg>
        <pc:spChg chg="mod">
          <ac:chgData name="Hugo Rochedreux" userId="6288e003abb40449" providerId="LiveId" clId="{C4C12EDA-F8C2-415D-A87B-352695C8B9B1}" dt="2025-11-06T17:22:28.689" v="2343" actId="790"/>
          <ac:spMkLst>
            <pc:docMk/>
            <pc:sldMk cId="1937922622" sldId="270"/>
            <ac:spMk id="24" creationId="{EB42D5CB-6000-0CD2-81DE-9D91F82D2211}"/>
          </ac:spMkLst>
        </pc:spChg>
        <pc:picChg chg="add del mod">
          <ac:chgData name="Hugo Rochedreux" userId="6288e003abb40449" providerId="LiveId" clId="{C4C12EDA-F8C2-415D-A87B-352695C8B9B1}" dt="2025-11-06T20:36:34.839" v="3312" actId="478"/>
          <ac:picMkLst>
            <pc:docMk/>
            <pc:sldMk cId="1937922622" sldId="270"/>
            <ac:picMk id="2" creationId="{230205F7-3ECC-8CFF-1202-DEB8C7C2E446}"/>
          </ac:picMkLst>
        </pc:picChg>
        <pc:picChg chg="add mod">
          <ac:chgData name="Hugo Rochedreux" userId="6288e003abb40449" providerId="LiveId" clId="{C4C12EDA-F8C2-415D-A87B-352695C8B9B1}" dt="2025-11-06T20:36:41.802" v="3319" actId="1036"/>
          <ac:picMkLst>
            <pc:docMk/>
            <pc:sldMk cId="1937922622" sldId="270"/>
            <ac:picMk id="3" creationId="{AF2DB53A-4B8E-4E9F-D367-AF2174A9153D}"/>
          </ac:picMkLst>
        </pc:picChg>
        <pc:picChg chg="add mod">
          <ac:chgData name="Hugo Rochedreux" userId="6288e003abb40449" providerId="LiveId" clId="{C4C12EDA-F8C2-415D-A87B-352695C8B9B1}" dt="2025-11-06T17:03:10.325" v="1510" actId="1036"/>
          <ac:picMkLst>
            <pc:docMk/>
            <pc:sldMk cId="1937922622" sldId="270"/>
            <ac:picMk id="12" creationId="{D417A64F-35BB-2A00-0025-E7D1B589311A}"/>
          </ac:picMkLst>
        </pc:picChg>
        <pc:picChg chg="add del mod">
          <ac:chgData name="Hugo Rochedreux" userId="6288e003abb40449" providerId="LiveId" clId="{C4C12EDA-F8C2-415D-A87B-352695C8B9B1}" dt="2025-11-07T07:47:55.761" v="3343" actId="21"/>
          <ac:picMkLst>
            <pc:docMk/>
            <pc:sldMk cId="1937922622" sldId="270"/>
            <ac:picMk id="13" creationId="{E2C7F555-E790-E809-AB4C-643EA9B2E744}"/>
          </ac:picMkLst>
        </pc:picChg>
        <pc:picChg chg="add del mod">
          <ac:chgData name="Hugo Rochedreux" userId="6288e003abb40449" providerId="LiveId" clId="{C4C12EDA-F8C2-415D-A87B-352695C8B9B1}" dt="2025-11-06T20:36:34.839" v="3312" actId="478"/>
          <ac:picMkLst>
            <pc:docMk/>
            <pc:sldMk cId="1937922622" sldId="270"/>
            <ac:picMk id="13" creationId="{FE3C5E59-5BAC-8229-E8BF-731DB3B65F0D}"/>
          </ac:picMkLst>
        </pc:picChg>
      </pc:sldChg>
      <pc:sldChg chg="addSp delSp modSp add mod">
        <pc:chgData name="Hugo Rochedreux" userId="6288e003abb40449" providerId="LiveId" clId="{C4C12EDA-F8C2-415D-A87B-352695C8B9B1}" dt="2025-11-07T11:22:11" v="4215" actId="20577"/>
        <pc:sldMkLst>
          <pc:docMk/>
          <pc:sldMk cId="3843522417" sldId="271"/>
        </pc:sldMkLst>
        <pc:spChg chg="add del mod">
          <ac:chgData name="Hugo Rochedreux" userId="6288e003abb40449" providerId="LiveId" clId="{C4C12EDA-F8C2-415D-A87B-352695C8B9B1}" dt="2025-11-06T17:14:44.263" v="2005" actId="478"/>
          <ac:spMkLst>
            <pc:docMk/>
            <pc:sldMk cId="3843522417" sldId="271"/>
            <ac:spMk id="3" creationId="{317A1EA1-BA2A-825D-0D6B-01E69106A1B6}"/>
          </ac:spMkLst>
        </pc:spChg>
        <pc:spChg chg="mod">
          <ac:chgData name="Hugo Rochedreux" userId="6288e003abb40449" providerId="LiveId" clId="{C4C12EDA-F8C2-415D-A87B-352695C8B9B1}" dt="2025-11-07T11:22:11" v="4215" actId="20577"/>
          <ac:spMkLst>
            <pc:docMk/>
            <pc:sldMk cId="3843522417" sldId="271"/>
            <ac:spMk id="4" creationId="{60848495-E1FC-6B98-479D-19ED399696F6}"/>
          </ac:spMkLst>
        </pc:spChg>
        <pc:spChg chg="add mod">
          <ac:chgData name="Hugo Rochedreux" userId="6288e003abb40449" providerId="LiveId" clId="{C4C12EDA-F8C2-415D-A87B-352695C8B9B1}" dt="2025-11-06T17:22:28.689" v="2343" actId="790"/>
          <ac:spMkLst>
            <pc:docMk/>
            <pc:sldMk cId="3843522417" sldId="271"/>
            <ac:spMk id="5" creationId="{E8DB146E-8FF3-E049-283B-1962E5854678}"/>
          </ac:spMkLst>
        </pc:spChg>
        <pc:spChg chg="add mod">
          <ac:chgData name="Hugo Rochedreux" userId="6288e003abb40449" providerId="LiveId" clId="{C4C12EDA-F8C2-415D-A87B-352695C8B9B1}" dt="2025-11-06T17:22:28.689" v="2343" actId="790"/>
          <ac:spMkLst>
            <pc:docMk/>
            <pc:sldMk cId="3843522417" sldId="271"/>
            <ac:spMk id="6" creationId="{E4A0C70E-D1E5-C511-441D-AC1CF6891884}"/>
          </ac:spMkLst>
        </pc:spChg>
        <pc:spChg chg="add mod ord">
          <ac:chgData name="Hugo Rochedreux" userId="6288e003abb40449" providerId="LiveId" clId="{C4C12EDA-F8C2-415D-A87B-352695C8B9B1}" dt="2025-11-06T17:22:28.689" v="2343" actId="790"/>
          <ac:spMkLst>
            <pc:docMk/>
            <pc:sldMk cId="3843522417" sldId="271"/>
            <ac:spMk id="7" creationId="{37A3B9A1-736A-AD1C-AF91-26AC6BF902E4}"/>
          </ac:spMkLst>
        </pc:spChg>
        <pc:spChg chg="add mod ord">
          <ac:chgData name="Hugo Rochedreux" userId="6288e003abb40449" providerId="LiveId" clId="{C4C12EDA-F8C2-415D-A87B-352695C8B9B1}" dt="2025-11-06T17:22:28.689" v="2343" actId="790"/>
          <ac:spMkLst>
            <pc:docMk/>
            <pc:sldMk cId="3843522417" sldId="271"/>
            <ac:spMk id="8" creationId="{BB936072-8EF3-E6A5-EA54-FC9C198FA68B}"/>
          </ac:spMkLst>
        </pc:spChg>
        <pc:spChg chg="add mod ord">
          <ac:chgData name="Hugo Rochedreux" userId="6288e003abb40449" providerId="LiveId" clId="{C4C12EDA-F8C2-415D-A87B-352695C8B9B1}" dt="2025-11-06T17:15:42.313" v="2019" actId="1076"/>
          <ac:spMkLst>
            <pc:docMk/>
            <pc:sldMk cId="3843522417" sldId="271"/>
            <ac:spMk id="9" creationId="{9F98F3D9-BABE-2DA6-0329-71400B7FC647}"/>
          </ac:spMkLst>
        </pc:spChg>
        <pc:spChg chg="add mod ord">
          <ac:chgData name="Hugo Rochedreux" userId="6288e003abb40449" providerId="LiveId" clId="{C4C12EDA-F8C2-415D-A87B-352695C8B9B1}" dt="2025-11-06T17:22:28.689" v="2343" actId="790"/>
          <ac:spMkLst>
            <pc:docMk/>
            <pc:sldMk cId="3843522417" sldId="271"/>
            <ac:spMk id="10" creationId="{01B5587B-C860-D35F-379B-541680ED97F0}"/>
          </ac:spMkLst>
        </pc:spChg>
        <pc:spChg chg="add mod ord">
          <ac:chgData name="Hugo Rochedreux" userId="6288e003abb40449" providerId="LiveId" clId="{C4C12EDA-F8C2-415D-A87B-352695C8B9B1}" dt="2025-11-06T17:22:28.689" v="2343" actId="790"/>
          <ac:spMkLst>
            <pc:docMk/>
            <pc:sldMk cId="3843522417" sldId="271"/>
            <ac:spMk id="11" creationId="{C1AE1736-D9DD-2C9B-7398-DC72C3FA9E06}"/>
          </ac:spMkLst>
        </pc:spChg>
        <pc:spChg chg="add mod ord">
          <ac:chgData name="Hugo Rochedreux" userId="6288e003abb40449" providerId="LiveId" clId="{C4C12EDA-F8C2-415D-A87B-352695C8B9B1}" dt="2025-11-06T17:22:28.689" v="2343" actId="790"/>
          <ac:spMkLst>
            <pc:docMk/>
            <pc:sldMk cId="3843522417" sldId="271"/>
            <ac:spMk id="12" creationId="{43EEB2EE-9C9A-F59E-DA61-DEFF3761382D}"/>
          </ac:spMkLst>
        </pc:spChg>
        <pc:spChg chg="add mod ord">
          <ac:chgData name="Hugo Rochedreux" userId="6288e003abb40449" providerId="LiveId" clId="{C4C12EDA-F8C2-415D-A87B-352695C8B9B1}" dt="2025-11-06T17:28:56.893" v="2687" actId="207"/>
          <ac:spMkLst>
            <pc:docMk/>
            <pc:sldMk cId="3843522417" sldId="271"/>
            <ac:spMk id="13" creationId="{820FD735-C361-70C8-B7AD-F56EF221773B}"/>
          </ac:spMkLst>
        </pc:spChg>
        <pc:spChg chg="mod">
          <ac:chgData name="Hugo Rochedreux" userId="6288e003abb40449" providerId="LiveId" clId="{C4C12EDA-F8C2-415D-A87B-352695C8B9B1}" dt="2025-11-06T17:22:28.689" v="2343" actId="790"/>
          <ac:spMkLst>
            <pc:docMk/>
            <pc:sldMk cId="3843522417" sldId="271"/>
            <ac:spMk id="24" creationId="{3E5EA9FE-80B7-C65A-8D6A-BE1776A31737}"/>
          </ac:spMkLst>
        </pc:spChg>
        <pc:picChg chg="add del mod">
          <ac:chgData name="Hugo Rochedreux" userId="6288e003abb40449" providerId="LiveId" clId="{C4C12EDA-F8C2-415D-A87B-352695C8B9B1}" dt="2025-11-06T20:37:06.108" v="3323" actId="478"/>
          <ac:picMkLst>
            <pc:docMk/>
            <pc:sldMk cId="3843522417" sldId="271"/>
            <ac:picMk id="2" creationId="{D3D67E57-3461-E47E-6AB7-06260E2A9EA4}"/>
          </ac:picMkLst>
        </pc:picChg>
        <pc:picChg chg="add del mod">
          <ac:chgData name="Hugo Rochedreux" userId="6288e003abb40449" providerId="LiveId" clId="{C4C12EDA-F8C2-415D-A87B-352695C8B9B1}" dt="2025-11-06T20:37:06.108" v="3323" actId="478"/>
          <ac:picMkLst>
            <pc:docMk/>
            <pc:sldMk cId="3843522417" sldId="271"/>
            <ac:picMk id="3" creationId="{3ABD407F-FE45-1B27-E4ED-D37E07899599}"/>
          </ac:picMkLst>
        </pc:picChg>
        <pc:picChg chg="add mod">
          <ac:chgData name="Hugo Rochedreux" userId="6288e003abb40449" providerId="LiveId" clId="{C4C12EDA-F8C2-415D-A87B-352695C8B9B1}" dt="2025-11-06T20:36:52.048" v="3322" actId="1076"/>
          <ac:picMkLst>
            <pc:docMk/>
            <pc:sldMk cId="3843522417" sldId="271"/>
            <ac:picMk id="14" creationId="{44941BF2-57F1-005E-01E9-EC2F4E393ABE}"/>
          </ac:picMkLst>
        </pc:picChg>
      </pc:sldChg>
      <pc:sldChg chg="addSp delSp modSp add mod">
        <pc:chgData name="Hugo Rochedreux" userId="6288e003abb40449" providerId="LiveId" clId="{C4C12EDA-F8C2-415D-A87B-352695C8B9B1}" dt="2025-11-07T11:22:13.672" v="4217" actId="20577"/>
        <pc:sldMkLst>
          <pc:docMk/>
          <pc:sldMk cId="1985599771" sldId="272"/>
        </pc:sldMkLst>
        <pc:spChg chg="add del mod">
          <ac:chgData name="Hugo Rochedreux" userId="6288e003abb40449" providerId="LiveId" clId="{C4C12EDA-F8C2-415D-A87B-352695C8B9B1}" dt="2025-11-06T16:39:38.602" v="1240" actId="478"/>
          <ac:spMkLst>
            <pc:docMk/>
            <pc:sldMk cId="1985599771" sldId="272"/>
            <ac:spMk id="3" creationId="{467BF0D6-5B3B-025E-3C0A-049A563B5B49}"/>
          </ac:spMkLst>
        </pc:spChg>
        <pc:spChg chg="mod">
          <ac:chgData name="Hugo Rochedreux" userId="6288e003abb40449" providerId="LiveId" clId="{C4C12EDA-F8C2-415D-A87B-352695C8B9B1}" dt="2025-11-07T11:22:13.672" v="4217" actId="20577"/>
          <ac:spMkLst>
            <pc:docMk/>
            <pc:sldMk cId="1985599771" sldId="272"/>
            <ac:spMk id="4" creationId="{DE8AFC54-CD1E-B147-41B8-C5EE23C77957}"/>
          </ac:spMkLst>
        </pc:spChg>
        <pc:spChg chg="add mod">
          <ac:chgData name="Hugo Rochedreux" userId="6288e003abb40449" providerId="LiveId" clId="{C4C12EDA-F8C2-415D-A87B-352695C8B9B1}" dt="2025-11-06T17:22:28.689" v="2343" actId="790"/>
          <ac:spMkLst>
            <pc:docMk/>
            <pc:sldMk cId="1985599771" sldId="272"/>
            <ac:spMk id="5" creationId="{E8F5D5E2-B07F-D960-8A67-95EFDFF5AE62}"/>
          </ac:spMkLst>
        </pc:spChg>
        <pc:spChg chg="add del mod">
          <ac:chgData name="Hugo Rochedreux" userId="6288e003abb40449" providerId="LiveId" clId="{C4C12EDA-F8C2-415D-A87B-352695C8B9B1}" dt="2025-11-06T16:39:28.127" v="1222" actId="478"/>
          <ac:spMkLst>
            <pc:docMk/>
            <pc:sldMk cId="1985599771" sldId="272"/>
            <ac:spMk id="6" creationId="{0602BC49-C009-33FF-7A05-FBDC19EA292E}"/>
          </ac:spMkLst>
        </pc:spChg>
        <pc:spChg chg="add mod">
          <ac:chgData name="Hugo Rochedreux" userId="6288e003abb40449" providerId="LiveId" clId="{C4C12EDA-F8C2-415D-A87B-352695C8B9B1}" dt="2025-11-06T17:23:16.475" v="2351" actId="1076"/>
          <ac:spMkLst>
            <pc:docMk/>
            <pc:sldMk cId="1985599771" sldId="272"/>
            <ac:spMk id="7" creationId="{CF2CD504-5434-BD4B-D84B-196C2E08D06F}"/>
          </ac:spMkLst>
        </pc:spChg>
        <pc:spChg chg="add mod">
          <ac:chgData name="Hugo Rochedreux" userId="6288e003abb40449" providerId="LiveId" clId="{C4C12EDA-F8C2-415D-A87B-352695C8B9B1}" dt="2025-11-06T17:23:16.475" v="2351" actId="1076"/>
          <ac:spMkLst>
            <pc:docMk/>
            <pc:sldMk cId="1985599771" sldId="272"/>
            <ac:spMk id="8" creationId="{F8451BEF-7602-2BF4-D4C5-0ADA1D1DCD53}"/>
          </ac:spMkLst>
        </pc:spChg>
        <pc:spChg chg="add mod">
          <ac:chgData name="Hugo Rochedreux" userId="6288e003abb40449" providerId="LiveId" clId="{C4C12EDA-F8C2-415D-A87B-352695C8B9B1}" dt="2025-11-07T08:49:01.261" v="3452" actId="20577"/>
          <ac:spMkLst>
            <pc:docMk/>
            <pc:sldMk cId="1985599771" sldId="272"/>
            <ac:spMk id="9" creationId="{855D1D50-3AB2-09E0-F8D7-F6C5EE4127F3}"/>
          </ac:spMkLst>
        </pc:spChg>
        <pc:spChg chg="add mod">
          <ac:chgData name="Hugo Rochedreux" userId="6288e003abb40449" providerId="LiveId" clId="{C4C12EDA-F8C2-415D-A87B-352695C8B9B1}" dt="2025-11-06T17:23:29.470" v="2354" actId="1076"/>
          <ac:spMkLst>
            <pc:docMk/>
            <pc:sldMk cId="1985599771" sldId="272"/>
            <ac:spMk id="10" creationId="{0DA8E346-3789-122D-1586-3AA55FFE483D}"/>
          </ac:spMkLst>
        </pc:spChg>
        <pc:spChg chg="add mod">
          <ac:chgData name="Hugo Rochedreux" userId="6288e003abb40449" providerId="LiveId" clId="{C4C12EDA-F8C2-415D-A87B-352695C8B9B1}" dt="2025-11-07T08:46:43.790" v="3436" actId="20577"/>
          <ac:spMkLst>
            <pc:docMk/>
            <pc:sldMk cId="1985599771" sldId="272"/>
            <ac:spMk id="11" creationId="{EFE53793-4186-CAC5-4747-2761AAD1A37B}"/>
          </ac:spMkLst>
        </pc:spChg>
        <pc:spChg chg="add mod">
          <ac:chgData name="Hugo Rochedreux" userId="6288e003abb40449" providerId="LiveId" clId="{C4C12EDA-F8C2-415D-A87B-352695C8B9B1}" dt="2025-11-06T17:23:29.470" v="2354" actId="1076"/>
          <ac:spMkLst>
            <pc:docMk/>
            <pc:sldMk cId="1985599771" sldId="272"/>
            <ac:spMk id="12" creationId="{65279B79-1DF0-3CCC-33C0-00129F85E2A9}"/>
          </ac:spMkLst>
        </pc:spChg>
        <pc:spChg chg="add mod ord">
          <ac:chgData name="Hugo Rochedreux" userId="6288e003abb40449" providerId="LiveId" clId="{C4C12EDA-F8C2-415D-A87B-352695C8B9B1}" dt="2025-11-06T17:24:03.608" v="2362" actId="167"/>
          <ac:spMkLst>
            <pc:docMk/>
            <pc:sldMk cId="1985599771" sldId="272"/>
            <ac:spMk id="15" creationId="{01F90BFF-44C2-3BC7-5723-22B9012A586A}"/>
          </ac:spMkLst>
        </pc:spChg>
        <pc:spChg chg="add mod ord">
          <ac:chgData name="Hugo Rochedreux" userId="6288e003abb40449" providerId="LiveId" clId="{C4C12EDA-F8C2-415D-A87B-352695C8B9B1}" dt="2025-11-06T17:24:03.608" v="2362" actId="167"/>
          <ac:spMkLst>
            <pc:docMk/>
            <pc:sldMk cId="1985599771" sldId="272"/>
            <ac:spMk id="16" creationId="{4E471EE0-0A27-C71A-A1BE-A0A5589E3B99}"/>
          </ac:spMkLst>
        </pc:spChg>
        <pc:spChg chg="add mod ord">
          <ac:chgData name="Hugo Rochedreux" userId="6288e003abb40449" providerId="LiveId" clId="{C4C12EDA-F8C2-415D-A87B-352695C8B9B1}" dt="2025-11-06T17:24:03.608" v="2362" actId="167"/>
          <ac:spMkLst>
            <pc:docMk/>
            <pc:sldMk cId="1985599771" sldId="272"/>
            <ac:spMk id="17" creationId="{A7428991-F89C-7255-94E7-5079A7B0EFCD}"/>
          </ac:spMkLst>
        </pc:spChg>
        <pc:spChg chg="add mod ord">
          <ac:chgData name="Hugo Rochedreux" userId="6288e003abb40449" providerId="LiveId" clId="{C4C12EDA-F8C2-415D-A87B-352695C8B9B1}" dt="2025-11-06T17:24:16.898" v="2367" actId="14100"/>
          <ac:spMkLst>
            <pc:docMk/>
            <pc:sldMk cId="1985599771" sldId="272"/>
            <ac:spMk id="18" creationId="{D1478DE0-3E9D-88FF-2527-AB15B9A9607F}"/>
          </ac:spMkLst>
        </pc:spChg>
        <pc:spChg chg="add mod ord">
          <ac:chgData name="Hugo Rochedreux" userId="6288e003abb40449" providerId="LiveId" clId="{C4C12EDA-F8C2-415D-A87B-352695C8B9B1}" dt="2025-11-06T17:24:15.084" v="2366" actId="1076"/>
          <ac:spMkLst>
            <pc:docMk/>
            <pc:sldMk cId="1985599771" sldId="272"/>
            <ac:spMk id="19" creationId="{5A2B903F-7794-5384-1771-286557809E82}"/>
          </ac:spMkLst>
        </pc:spChg>
        <pc:spChg chg="mod">
          <ac:chgData name="Hugo Rochedreux" userId="6288e003abb40449" providerId="LiveId" clId="{C4C12EDA-F8C2-415D-A87B-352695C8B9B1}" dt="2025-11-06T17:22:28.689" v="2343" actId="790"/>
          <ac:spMkLst>
            <pc:docMk/>
            <pc:sldMk cId="1985599771" sldId="272"/>
            <ac:spMk id="24" creationId="{1B66053C-E4B6-BA04-24FE-149111FBDBF4}"/>
          </ac:spMkLst>
        </pc:spChg>
        <pc:picChg chg="add mod">
          <ac:chgData name="Hugo Rochedreux" userId="6288e003abb40449" providerId="LiveId" clId="{C4C12EDA-F8C2-415D-A87B-352695C8B9B1}" dt="2025-11-06T20:37:50.172" v="3326" actId="1076"/>
          <ac:picMkLst>
            <pc:docMk/>
            <pc:sldMk cId="1985599771" sldId="272"/>
            <ac:picMk id="2" creationId="{56B04692-E231-209D-46E9-F9947247F384}"/>
          </ac:picMkLst>
        </pc:picChg>
        <pc:picChg chg="add del mod">
          <ac:chgData name="Hugo Rochedreux" userId="6288e003abb40449" providerId="LiveId" clId="{C4C12EDA-F8C2-415D-A87B-352695C8B9B1}" dt="2025-11-06T20:37:52.235" v="3327" actId="478"/>
          <ac:picMkLst>
            <pc:docMk/>
            <pc:sldMk cId="1985599771" sldId="272"/>
            <ac:picMk id="3" creationId="{F71A4064-BDEE-FBA2-E8B3-0DF26A9514DC}"/>
          </ac:picMkLst>
        </pc:picChg>
        <pc:picChg chg="add del mod">
          <ac:chgData name="Hugo Rochedreux" userId="6288e003abb40449" providerId="LiveId" clId="{C4C12EDA-F8C2-415D-A87B-352695C8B9B1}" dt="2025-11-06T20:37:52.235" v="3327" actId="478"/>
          <ac:picMkLst>
            <pc:docMk/>
            <pc:sldMk cId="1985599771" sldId="272"/>
            <ac:picMk id="6" creationId="{1337B253-6FA0-D2A0-92C5-723F07494033}"/>
          </ac:picMkLst>
        </pc:picChg>
        <pc:cxnChg chg="add del mod">
          <ac:chgData name="Hugo Rochedreux" userId="6288e003abb40449" providerId="LiveId" clId="{C4C12EDA-F8C2-415D-A87B-352695C8B9B1}" dt="2025-11-06T17:23:50.097" v="2359" actId="478"/>
          <ac:cxnSpMkLst>
            <pc:docMk/>
            <pc:sldMk cId="1985599771" sldId="272"/>
            <ac:cxnSpMk id="14" creationId="{0A48D68D-98C6-CE7B-B4E2-E38BBDD9943F}"/>
          </ac:cxnSpMkLst>
        </pc:cxnChg>
      </pc:sldChg>
      <pc:sldChg chg="addSp delSp modSp add mod">
        <pc:chgData name="Hugo Rochedreux" userId="6288e003abb40449" providerId="LiveId" clId="{C4C12EDA-F8C2-415D-A87B-352695C8B9B1}" dt="2025-11-07T11:22:22.854" v="4222" actId="14100"/>
        <pc:sldMkLst>
          <pc:docMk/>
          <pc:sldMk cId="12921127" sldId="273"/>
        </pc:sldMkLst>
        <pc:spChg chg="add mod">
          <ac:chgData name="Hugo Rochedreux" userId="6288e003abb40449" providerId="LiveId" clId="{C4C12EDA-F8C2-415D-A87B-352695C8B9B1}" dt="2025-11-07T09:41:14.602" v="4006" actId="20577"/>
          <ac:spMkLst>
            <pc:docMk/>
            <pc:sldMk cId="12921127" sldId="273"/>
            <ac:spMk id="3" creationId="{D05B9EEE-E670-163F-CACA-F9106B07FCAA}"/>
          </ac:spMkLst>
        </pc:spChg>
        <pc:spChg chg="mod">
          <ac:chgData name="Hugo Rochedreux" userId="6288e003abb40449" providerId="LiveId" clId="{C4C12EDA-F8C2-415D-A87B-352695C8B9B1}" dt="2025-11-07T11:22:22.854" v="4222" actId="14100"/>
          <ac:spMkLst>
            <pc:docMk/>
            <pc:sldMk cId="12921127" sldId="273"/>
            <ac:spMk id="4" creationId="{9689F1D2-833F-5BA8-8CFB-FEB2E80112B9}"/>
          </ac:spMkLst>
        </pc:spChg>
        <pc:spChg chg="mod">
          <ac:chgData name="Hugo Rochedreux" userId="6288e003abb40449" providerId="LiveId" clId="{C4C12EDA-F8C2-415D-A87B-352695C8B9B1}" dt="2025-11-07T09:36:45.949" v="3490" actId="20577"/>
          <ac:spMkLst>
            <pc:docMk/>
            <pc:sldMk cId="12921127" sldId="273"/>
            <ac:spMk id="5" creationId="{81B52968-F104-A350-58A5-991AF27C1353}"/>
          </ac:spMkLst>
        </pc:spChg>
        <pc:spChg chg="mod">
          <ac:chgData name="Hugo Rochedreux" userId="6288e003abb40449" providerId="LiveId" clId="{C4C12EDA-F8C2-415D-A87B-352695C8B9B1}" dt="2025-11-07T09:40:41.207" v="3951" actId="20577"/>
          <ac:spMkLst>
            <pc:docMk/>
            <pc:sldMk cId="12921127" sldId="273"/>
            <ac:spMk id="7" creationId="{52642B29-C2FD-AA77-C43E-F6A9EB91DAC1}"/>
          </ac:spMkLst>
        </pc:spChg>
        <pc:spChg chg="del">
          <ac:chgData name="Hugo Rochedreux" userId="6288e003abb40449" providerId="LiveId" clId="{C4C12EDA-F8C2-415D-A87B-352695C8B9B1}" dt="2025-11-07T09:36:55.394" v="3492" actId="478"/>
          <ac:spMkLst>
            <pc:docMk/>
            <pc:sldMk cId="12921127" sldId="273"/>
            <ac:spMk id="8" creationId="{0894890C-826D-2282-3744-61E632626311}"/>
          </ac:spMkLst>
        </pc:spChg>
        <pc:spChg chg="del">
          <ac:chgData name="Hugo Rochedreux" userId="6288e003abb40449" providerId="LiveId" clId="{C4C12EDA-F8C2-415D-A87B-352695C8B9B1}" dt="2025-11-07T09:36:55.394" v="3492" actId="478"/>
          <ac:spMkLst>
            <pc:docMk/>
            <pc:sldMk cId="12921127" sldId="273"/>
            <ac:spMk id="9" creationId="{B6A70354-107B-DDE6-2419-BD6AE590989A}"/>
          </ac:spMkLst>
        </pc:spChg>
        <pc:spChg chg="del">
          <ac:chgData name="Hugo Rochedreux" userId="6288e003abb40449" providerId="LiveId" clId="{C4C12EDA-F8C2-415D-A87B-352695C8B9B1}" dt="2025-11-07T09:36:55.394" v="3492" actId="478"/>
          <ac:spMkLst>
            <pc:docMk/>
            <pc:sldMk cId="12921127" sldId="273"/>
            <ac:spMk id="10" creationId="{00D26318-86CB-ED07-31E5-A4567762D72D}"/>
          </ac:spMkLst>
        </pc:spChg>
        <pc:spChg chg="del">
          <ac:chgData name="Hugo Rochedreux" userId="6288e003abb40449" providerId="LiveId" clId="{C4C12EDA-F8C2-415D-A87B-352695C8B9B1}" dt="2025-11-07T09:36:55.394" v="3492" actId="478"/>
          <ac:spMkLst>
            <pc:docMk/>
            <pc:sldMk cId="12921127" sldId="273"/>
            <ac:spMk id="11" creationId="{EBF4478A-F180-D9D7-091D-E0F7D5C13C03}"/>
          </ac:spMkLst>
        </pc:spChg>
        <pc:spChg chg="del">
          <ac:chgData name="Hugo Rochedreux" userId="6288e003abb40449" providerId="LiveId" clId="{C4C12EDA-F8C2-415D-A87B-352695C8B9B1}" dt="2025-11-07T09:36:55.394" v="3492" actId="478"/>
          <ac:spMkLst>
            <pc:docMk/>
            <pc:sldMk cId="12921127" sldId="273"/>
            <ac:spMk id="12" creationId="{A303FC28-1D87-06F5-BA6C-D36F1BC7F468}"/>
          </ac:spMkLst>
        </pc:spChg>
        <pc:spChg chg="mod">
          <ac:chgData name="Hugo Rochedreux" userId="6288e003abb40449" providerId="LiveId" clId="{C4C12EDA-F8C2-415D-A87B-352695C8B9B1}" dt="2025-11-07T09:42:59.368" v="4010" actId="1076"/>
          <ac:spMkLst>
            <pc:docMk/>
            <pc:sldMk cId="12921127" sldId="273"/>
            <ac:spMk id="15" creationId="{3BEB9ADA-72D8-FD12-4CD0-03A3D622F9FA}"/>
          </ac:spMkLst>
        </pc:spChg>
        <pc:spChg chg="mod">
          <ac:chgData name="Hugo Rochedreux" userId="6288e003abb40449" providerId="LiveId" clId="{C4C12EDA-F8C2-415D-A87B-352695C8B9B1}" dt="2025-11-07T09:42:59.368" v="4010" actId="1076"/>
          <ac:spMkLst>
            <pc:docMk/>
            <pc:sldMk cId="12921127" sldId="273"/>
            <ac:spMk id="16" creationId="{E80888F6-5F0A-C56A-1D20-829E220911FA}"/>
          </ac:spMkLst>
        </pc:spChg>
        <pc:spChg chg="mod">
          <ac:chgData name="Hugo Rochedreux" userId="6288e003abb40449" providerId="LiveId" clId="{C4C12EDA-F8C2-415D-A87B-352695C8B9B1}" dt="2025-11-07T09:42:59.368" v="4010" actId="1076"/>
          <ac:spMkLst>
            <pc:docMk/>
            <pc:sldMk cId="12921127" sldId="273"/>
            <ac:spMk id="17" creationId="{73F63AE9-296F-D418-531F-52963081154D}"/>
          </ac:spMkLst>
        </pc:spChg>
        <pc:spChg chg="mod">
          <ac:chgData name="Hugo Rochedreux" userId="6288e003abb40449" providerId="LiveId" clId="{C4C12EDA-F8C2-415D-A87B-352695C8B9B1}" dt="2025-11-07T09:43:06.949" v="4011" actId="1076"/>
          <ac:spMkLst>
            <pc:docMk/>
            <pc:sldMk cId="12921127" sldId="273"/>
            <ac:spMk id="18" creationId="{1CCD32A9-EDF4-B728-53D0-AE8BE0F83ADE}"/>
          </ac:spMkLst>
        </pc:spChg>
        <pc:spChg chg="mod">
          <ac:chgData name="Hugo Rochedreux" userId="6288e003abb40449" providerId="LiveId" clId="{C4C12EDA-F8C2-415D-A87B-352695C8B9B1}" dt="2025-11-07T10:10:12.293" v="4048" actId="207"/>
          <ac:spMkLst>
            <pc:docMk/>
            <pc:sldMk cId="12921127" sldId="273"/>
            <ac:spMk id="19" creationId="{84155B75-9949-0C43-EB41-FF0246C3C56B}"/>
          </ac:spMkLst>
        </pc:spChg>
        <pc:picChg chg="del">
          <ac:chgData name="Hugo Rochedreux" userId="6288e003abb40449" providerId="LiveId" clId="{C4C12EDA-F8C2-415D-A87B-352695C8B9B1}" dt="2025-11-07T09:42:50.531" v="4009" actId="478"/>
          <ac:picMkLst>
            <pc:docMk/>
            <pc:sldMk cId="12921127" sldId="273"/>
            <ac:picMk id="2" creationId="{C5512267-2A6C-3D26-906C-7EAFA73B41EC}"/>
          </ac:picMkLst>
        </pc:picChg>
        <pc:picChg chg="add mod">
          <ac:chgData name="Hugo Rochedreux" userId="6288e003abb40449" providerId="LiveId" clId="{C4C12EDA-F8C2-415D-A87B-352695C8B9B1}" dt="2025-11-07T09:42:49.388" v="4008" actId="1076"/>
          <ac:picMkLst>
            <pc:docMk/>
            <pc:sldMk cId="12921127" sldId="273"/>
            <ac:picMk id="6" creationId="{DFBA8540-9FE9-6035-A4BA-796BDFD1059C}"/>
          </ac:picMkLst>
        </pc:picChg>
      </pc:sldChg>
      <pc:sldChg chg="addSp delSp modSp add del mod">
        <pc:chgData name="Hugo Rochedreux" userId="6288e003abb40449" providerId="LiveId" clId="{C4C12EDA-F8C2-415D-A87B-352695C8B9B1}" dt="2025-11-07T08:32:02.888" v="3381" actId="47"/>
        <pc:sldMkLst>
          <pc:docMk/>
          <pc:sldMk cId="1575029754" sldId="273"/>
        </pc:sldMkLst>
        <pc:spChg chg="mod">
          <ac:chgData name="Hugo Rochedreux" userId="6288e003abb40449" providerId="LiveId" clId="{C4C12EDA-F8C2-415D-A87B-352695C8B9B1}" dt="2025-11-07T08:31:36.203" v="3380" actId="20577"/>
          <ac:spMkLst>
            <pc:docMk/>
            <pc:sldMk cId="1575029754" sldId="273"/>
            <ac:spMk id="8" creationId="{E2238624-15FC-D7F7-71C5-CCE7D370272B}"/>
          </ac:spMkLst>
        </pc:spChg>
        <pc:spChg chg="del">
          <ac:chgData name="Hugo Rochedreux" userId="6288e003abb40449" providerId="LiveId" clId="{C4C12EDA-F8C2-415D-A87B-352695C8B9B1}" dt="2025-11-07T08:31:29.343" v="3358" actId="478"/>
          <ac:spMkLst>
            <pc:docMk/>
            <pc:sldMk cId="1575029754" sldId="273"/>
            <ac:spMk id="14" creationId="{ED0C56BE-173F-2533-1071-FE0AC8A4D11B}"/>
          </ac:spMkLst>
        </pc:spChg>
        <pc:spChg chg="del">
          <ac:chgData name="Hugo Rochedreux" userId="6288e003abb40449" providerId="LiveId" clId="{C4C12EDA-F8C2-415D-A87B-352695C8B9B1}" dt="2025-11-07T08:31:25.692" v="3355" actId="478"/>
          <ac:spMkLst>
            <pc:docMk/>
            <pc:sldMk cId="1575029754" sldId="273"/>
            <ac:spMk id="16" creationId="{DAD0837A-6637-AEF4-87CB-109E92E14AE9}"/>
          </ac:spMkLst>
        </pc:spChg>
        <pc:spChg chg="del">
          <ac:chgData name="Hugo Rochedreux" userId="6288e003abb40449" providerId="LiveId" clId="{C4C12EDA-F8C2-415D-A87B-352695C8B9B1}" dt="2025-11-07T08:31:27.175" v="3356" actId="478"/>
          <ac:spMkLst>
            <pc:docMk/>
            <pc:sldMk cId="1575029754" sldId="273"/>
            <ac:spMk id="18" creationId="{CA765336-6390-DE76-1096-F24A27873975}"/>
          </ac:spMkLst>
        </pc:spChg>
        <pc:picChg chg="add mod">
          <ac:chgData name="Hugo Rochedreux" userId="6288e003abb40449" providerId="LiveId" clId="{C4C12EDA-F8C2-415D-A87B-352695C8B9B1}" dt="2025-11-07T08:31:06.683" v="3352"/>
          <ac:picMkLst>
            <pc:docMk/>
            <pc:sldMk cId="1575029754" sldId="273"/>
            <ac:picMk id="2" creationId="{C88E2591-9A06-9387-6D03-D0D7666C710C}"/>
          </ac:picMkLst>
        </pc:picChg>
        <pc:picChg chg="del">
          <ac:chgData name="Hugo Rochedreux" userId="6288e003abb40449" providerId="LiveId" clId="{C4C12EDA-F8C2-415D-A87B-352695C8B9B1}" dt="2025-11-07T08:31:09.834" v="3353" actId="478"/>
          <ac:picMkLst>
            <pc:docMk/>
            <pc:sldMk cId="1575029754" sldId="273"/>
            <ac:picMk id="3" creationId="{0C05EEC6-EFF0-0D83-6F29-7A6EC0B549C0}"/>
          </ac:picMkLst>
        </pc:picChg>
        <pc:picChg chg="del">
          <ac:chgData name="Hugo Rochedreux" userId="6288e003abb40449" providerId="LiveId" clId="{C4C12EDA-F8C2-415D-A87B-352695C8B9B1}" dt="2025-11-07T08:31:27.967" v="3357" actId="478"/>
          <ac:picMkLst>
            <pc:docMk/>
            <pc:sldMk cId="1575029754" sldId="273"/>
            <ac:picMk id="11" creationId="{A7C2575C-F8BC-216F-520B-421A54F7E760}"/>
          </ac:picMkLst>
        </pc:picChg>
        <pc:picChg chg="del">
          <ac:chgData name="Hugo Rochedreux" userId="6288e003abb40449" providerId="LiveId" clId="{C4C12EDA-F8C2-415D-A87B-352695C8B9B1}" dt="2025-11-07T08:31:24.951" v="3354" actId="478"/>
          <ac:picMkLst>
            <pc:docMk/>
            <pc:sldMk cId="1575029754" sldId="273"/>
            <ac:picMk id="13" creationId="{50C1919C-F994-D64C-6D5A-39426BAB671B}"/>
          </ac:picMkLst>
        </pc:picChg>
        <pc:picChg chg="del mod">
          <ac:chgData name="Hugo Rochedreux" userId="6288e003abb40449" providerId="LiveId" clId="{C4C12EDA-F8C2-415D-A87B-352695C8B9B1}" dt="2025-11-07T08:31:00.626" v="3351" actId="478"/>
          <ac:picMkLst>
            <pc:docMk/>
            <pc:sldMk cId="1575029754" sldId="273"/>
            <ac:picMk id="15" creationId="{A8C530C5-85E8-9748-9177-919679BFBB20}"/>
          </ac:picMkLst>
        </pc:picChg>
      </pc:sldChg>
      <pc:sldChg chg="add del">
        <pc:chgData name="Hugo Rochedreux" userId="6288e003abb40449" providerId="LiveId" clId="{C4C12EDA-F8C2-415D-A87B-352695C8B9B1}" dt="2025-11-06T14:37:45.639" v="39" actId="47"/>
        <pc:sldMkLst>
          <pc:docMk/>
          <pc:sldMk cId="3366103864" sldId="27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68833E-87B4-498C-BF68-8E5640CDCDCA}" type="datetimeFigureOut">
              <a:rPr lang="fr-FR" smtClean="0"/>
              <a:t>07/11/2025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D17D5B4-941B-484B-8FAE-31E9B77B4759}" type="slidenum">
              <a:rPr lang="fr-FR" smtClean="0"/>
              <a:t>‹#›</a:t>
            </a:fld>
            <a:endParaRPr lang="fr-FR"/>
          </a:p>
        </p:txBody>
      </p:sp>
    </p:spTree>
    <p:extLst>
      <p:ext uri="{BB962C8B-B14F-4D97-AF65-F5344CB8AC3E}">
        <p14:creationId xmlns:p14="http://schemas.microsoft.com/office/powerpoint/2010/main" val="1801197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fld id="{CD17D5B4-941B-484B-8FAE-31E9B77B4759}" type="slidenum">
              <a:rPr lang="fr-FR" smtClean="0"/>
              <a:t>1</a:t>
            </a:fld>
            <a:endParaRPr lang="fr-FR"/>
          </a:p>
        </p:txBody>
      </p:sp>
    </p:spTree>
    <p:extLst>
      <p:ext uri="{BB962C8B-B14F-4D97-AF65-F5344CB8AC3E}">
        <p14:creationId xmlns:p14="http://schemas.microsoft.com/office/powerpoint/2010/main" val="128526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US"/>
              <a:t>Le jeu se lance on commence dans un menu, on peut choisir entre un menu solo ou multijoueur, ensuite on peut choisir une difficulté entre facile, moyen et difficile.</a:t>
            </a:r>
            <a:br>
              <a:rPr lang="en-US"/>
            </a:br>
            <a:r>
              <a:rPr lang="en-US"/>
              <a:t>Facile : Le chasseur se déplace aléatoirement et chasse un lapin si il est proche</a:t>
            </a:r>
            <a:br>
              <a:rPr lang="en-US"/>
            </a:br>
            <a:r>
              <a:rPr lang="en-US"/>
              <a:t>Moyen : BT  le chasseur est un peu plus complexe avec un arbre de décision</a:t>
            </a:r>
            <a:br>
              <a:rPr lang="en-US"/>
            </a:br>
            <a:r>
              <a:rPr lang="en-US"/>
              <a:t>Difficile : Machine learning, AI plus évolué qui apprend</a:t>
            </a:r>
            <a:br>
              <a:rPr lang="en-US"/>
            </a:br>
            <a:br>
              <a:rPr lang="en-US"/>
            </a:br>
            <a:r>
              <a:rPr lang="en-US"/>
              <a:t>Lancement partie : </a:t>
            </a:r>
            <a:br>
              <a:rPr lang="en-US"/>
            </a:br>
            <a:r>
              <a:rPr lang="en-US"/>
              <a:t>Les lapins démarrent aléatoirement dans la forêt, le joueur est un des lapins.</a:t>
            </a:r>
            <a:br>
              <a:rPr lang="en-US"/>
            </a:br>
            <a:r>
              <a:rPr lang="en-US"/>
              <a:t>Le chasseur démarre au centre de la map dans sa cabane, il prend un petit peu de temps avant de commencer à chasser, se prépare pendant 30s environ. </a:t>
            </a:r>
            <a:br>
              <a:rPr lang="en-US"/>
            </a:br>
            <a:r>
              <a:rPr lang="en-US"/>
              <a:t>Le but des lapins est de survivre un cycle jour nuit soit environ 10-20 min (pas encore défini), les lapins ont une barre de vie, une barre faim et perdent de la faim avec le temps, ils doivent donc se nourrir à l’aide de baie ou autre nourriture trouvée dans la forêt.</a:t>
            </a:r>
            <a:br>
              <a:rPr lang="en-US"/>
            </a:br>
            <a:r>
              <a:rPr lang="en-US"/>
              <a:t>Les lapins peuvent se déplacer en sautant et sont plus rapides que le chasseur, ils peuvent rentrer dans un terrier (une galerie souterraine avec plusieurs entrées et sorties).</a:t>
            </a:r>
            <a:br>
              <a:rPr lang="en-US"/>
            </a:br>
            <a:r>
              <a:rPr lang="en-US"/>
              <a:t>Le chasseurs lui peut patrouiller, entendre les bruits et essayer de prédire les actions des lapins, il peut tirer si un lapin est assez proche avec un temps de recharge assez long 5-10s.</a:t>
            </a:r>
            <a:br>
              <a:rPr lang="en-US"/>
            </a:br>
            <a:r>
              <a:rPr lang="en-US"/>
              <a:t>Il possède un nombre de pièges (3 par exemple) il peut les placer où il veut et si un lapin tombe dedans, le chasseur sera informé et le lapin est bloqué tant qu’un autre lapin ne l’aide pas (les lapins peuvent s’aider).</a:t>
            </a:r>
            <a:br>
              <a:rPr lang="en-US"/>
            </a:br>
            <a:r>
              <a:rPr lang="en-US"/>
              <a:t>La partie continue tant qu’il reste un lapin en vie et que le temps n’est pas fini. </a:t>
            </a:r>
            <a:br>
              <a:rPr lang="en-US"/>
            </a:br>
            <a:br>
              <a:rPr lang="en-US"/>
            </a:br>
            <a:endParaRPr lang="en-US"/>
          </a:p>
          <a:p>
            <a:br>
              <a:rPr lang="en-US"/>
            </a:br>
            <a:endParaRPr lang="en-US"/>
          </a:p>
        </p:txBody>
      </p:sp>
      <p:sp>
        <p:nvSpPr>
          <p:cNvPr id="4" name="Espace réservé du numéro de diapositive 3"/>
          <p:cNvSpPr>
            <a:spLocks noGrp="1"/>
          </p:cNvSpPr>
          <p:nvPr>
            <p:ph type="sldNum" sz="quarter" idx="5"/>
          </p:nvPr>
        </p:nvSpPr>
        <p:spPr/>
        <p:txBody>
          <a:bodyPr/>
          <a:lstStyle/>
          <a:p>
            <a:fld id="{CD17D5B4-941B-484B-8FAE-31E9B77B4759}" type="slidenum">
              <a:rPr lang="fr-FR" smtClean="0"/>
              <a:t>4</a:t>
            </a:fld>
            <a:endParaRPr lang="fr-FR"/>
          </a:p>
        </p:txBody>
      </p:sp>
    </p:spTree>
    <p:extLst>
      <p:ext uri="{BB962C8B-B14F-4D97-AF65-F5344CB8AC3E}">
        <p14:creationId xmlns:p14="http://schemas.microsoft.com/office/powerpoint/2010/main" val="11840394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b="1"/>
              <a:t>Structure du BT</a:t>
            </a:r>
          </a:p>
          <a:p>
            <a:r>
              <a:rPr lang="fr-FR" b="1" err="1"/>
              <a:t>BehaviourTree</a:t>
            </a:r>
            <a:endParaRPr lang="fr-FR"/>
          </a:p>
          <a:p>
            <a:pPr lvl="1"/>
            <a:r>
              <a:rPr lang="fr-FR"/>
              <a:t>Contient la racine</a:t>
            </a:r>
          </a:p>
          <a:p>
            <a:pPr lvl="1"/>
            <a:r>
              <a:rPr lang="fr-FR"/>
              <a:t>Se réévalue chaque </a:t>
            </a:r>
            <a:r>
              <a:rPr lang="fr-FR" err="1"/>
              <a:t>tick</a:t>
            </a:r>
            <a:endParaRPr lang="fr-FR"/>
          </a:p>
          <a:p>
            <a:r>
              <a:rPr lang="fr-FR" b="1"/>
              <a:t>Node : classe abstraite</a:t>
            </a:r>
            <a:endParaRPr lang="fr-FR"/>
          </a:p>
          <a:p>
            <a:pPr lvl="1"/>
            <a:r>
              <a:rPr lang="fr-FR"/>
              <a:t>Chaque nœud retourne un </a:t>
            </a:r>
            <a:r>
              <a:rPr lang="fr-FR" sz="1200" kern="1200" err="1">
                <a:solidFill>
                  <a:schemeClr val="tx1"/>
                </a:solidFill>
                <a:latin typeface="+mn-lt"/>
                <a:ea typeface="+mn-ea"/>
                <a:cs typeface="+mn-cs"/>
              </a:rPr>
              <a:t>Status</a:t>
            </a:r>
            <a:endParaRPr lang="fr-FR"/>
          </a:p>
          <a:p>
            <a:pPr lvl="2"/>
            <a:r>
              <a:rPr lang="fr-FR"/>
              <a:t>SUCCESS</a:t>
            </a:r>
          </a:p>
          <a:p>
            <a:pPr lvl="2"/>
            <a:r>
              <a:rPr lang="fr-FR"/>
              <a:t>FAILURE</a:t>
            </a:r>
          </a:p>
          <a:p>
            <a:pPr lvl="2"/>
            <a:r>
              <a:rPr lang="fr-FR"/>
              <a:t>RUNNING</a:t>
            </a:r>
          </a:p>
          <a:p>
            <a:r>
              <a:rPr lang="fr-FR" b="1"/>
              <a:t>Composite</a:t>
            </a:r>
            <a:endParaRPr lang="fr-FR"/>
          </a:p>
          <a:p>
            <a:pPr lvl="1"/>
            <a:r>
              <a:rPr lang="fr-FR"/>
              <a:t>Gère plusieurs enfants</a:t>
            </a:r>
          </a:p>
          <a:p>
            <a:pPr lvl="1"/>
            <a:r>
              <a:rPr lang="fr-FR"/>
              <a:t>Types :</a:t>
            </a:r>
          </a:p>
          <a:p>
            <a:pPr lvl="2"/>
            <a:r>
              <a:rPr lang="fr-FR" b="1" err="1"/>
              <a:t>Selector</a:t>
            </a:r>
            <a:r>
              <a:rPr lang="fr-FR"/>
              <a:t> → essaie les enfants </a:t>
            </a:r>
            <a:r>
              <a:rPr lang="fr-FR" i="1"/>
              <a:t>dans l’ordre</a:t>
            </a:r>
            <a:r>
              <a:rPr lang="fr-FR"/>
              <a:t> ; s’arrête au premier SUCCESS</a:t>
            </a:r>
          </a:p>
          <a:p>
            <a:pPr lvl="2"/>
            <a:r>
              <a:rPr lang="fr-FR" b="1" err="1"/>
              <a:t>Sequence</a:t>
            </a:r>
            <a:r>
              <a:rPr lang="fr-FR"/>
              <a:t> → exécute tous les enfants ; échoue au premier FAILURE</a:t>
            </a:r>
          </a:p>
          <a:p>
            <a:r>
              <a:rPr lang="fr-FR" b="1"/>
              <a:t>ConditionNode</a:t>
            </a:r>
            <a:endParaRPr lang="fr-FR"/>
          </a:p>
          <a:p>
            <a:pPr lvl="1"/>
            <a:r>
              <a:rPr lang="fr-FR"/>
              <a:t>Vérifie un état → SUCCESS / FAILURE</a:t>
            </a:r>
          </a:p>
          <a:p>
            <a:r>
              <a:rPr lang="fr-FR" b="1" err="1"/>
              <a:t>ActionNode</a:t>
            </a:r>
            <a:endParaRPr lang="fr-FR"/>
          </a:p>
          <a:p>
            <a:pPr lvl="1"/>
            <a:r>
              <a:rPr lang="fr-FR"/>
              <a:t>Action concrète (suivre, attaquer, patrouiller)</a:t>
            </a:r>
          </a:p>
        </p:txBody>
      </p:sp>
      <p:sp>
        <p:nvSpPr>
          <p:cNvPr id="4" name="Espace réservé du numéro de diapositive 3"/>
          <p:cNvSpPr>
            <a:spLocks noGrp="1"/>
          </p:cNvSpPr>
          <p:nvPr>
            <p:ph type="sldNum" sz="quarter" idx="5"/>
          </p:nvPr>
        </p:nvSpPr>
        <p:spPr/>
        <p:txBody>
          <a:bodyPr/>
          <a:lstStyle/>
          <a:p>
            <a:fld id="{CD17D5B4-941B-484B-8FAE-31E9B77B4759}" type="slidenum">
              <a:rPr lang="fr-FR" smtClean="0"/>
              <a:t>8</a:t>
            </a:fld>
            <a:endParaRPr lang="fr-FR"/>
          </a:p>
        </p:txBody>
      </p:sp>
    </p:spTree>
    <p:extLst>
      <p:ext uri="{BB962C8B-B14F-4D97-AF65-F5344CB8AC3E}">
        <p14:creationId xmlns:p14="http://schemas.microsoft.com/office/powerpoint/2010/main" val="12546039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b="1"/>
              <a:t>Les principaux risques concernent l’IA et son intégration :</a:t>
            </a:r>
            <a:br>
              <a:rPr lang="fr-FR"/>
            </a:br>
            <a:r>
              <a:rPr lang="fr-FR"/>
              <a:t>Une mauvaise synchronisation client-serveur peut créer des comportements incohérents.</a:t>
            </a:r>
            <a:br>
              <a:rPr lang="fr-FR"/>
            </a:br>
            <a:r>
              <a:rPr lang="fr-FR"/>
              <a:t>Si l’IA paraît trop puissante ou injuste, le joueur se démotive.</a:t>
            </a:r>
            <a:br>
              <a:rPr lang="fr-FR"/>
            </a:br>
            <a:r>
              <a:rPr lang="fr-FR"/>
              <a:t>L’équilibrage global (stress, agressivité, mécaniques) est critique pour conserver du fun.</a:t>
            </a:r>
            <a:br>
              <a:rPr lang="fr-FR"/>
            </a:br>
            <a:r>
              <a:rPr lang="fr-FR"/>
              <a:t>Enfin, le développement du ML est complexe et peut retarder le projet, tandis qu’un gameplay répétitif nuirait à la rétention.</a:t>
            </a:r>
          </a:p>
          <a:p>
            <a:endParaRPr lang="fr-FR"/>
          </a:p>
        </p:txBody>
      </p:sp>
      <p:sp>
        <p:nvSpPr>
          <p:cNvPr id="4" name="Espace réservé du numéro de diapositive 3"/>
          <p:cNvSpPr>
            <a:spLocks noGrp="1"/>
          </p:cNvSpPr>
          <p:nvPr>
            <p:ph type="sldNum" sz="quarter" idx="5"/>
          </p:nvPr>
        </p:nvSpPr>
        <p:spPr/>
        <p:txBody>
          <a:bodyPr/>
          <a:lstStyle/>
          <a:p>
            <a:fld id="{CD17D5B4-941B-484B-8FAE-31E9B77B4759}" type="slidenum">
              <a:rPr lang="fr-FR" smtClean="0"/>
              <a:t>10</a:t>
            </a:fld>
            <a:endParaRPr lang="fr-FR"/>
          </a:p>
        </p:txBody>
      </p:sp>
    </p:spTree>
    <p:extLst>
      <p:ext uri="{BB962C8B-B14F-4D97-AF65-F5344CB8AC3E}">
        <p14:creationId xmlns:p14="http://schemas.microsoft.com/office/powerpoint/2010/main" val="945521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b="1"/>
          </a:p>
          <a:p>
            <a:pPr marL="285750" indent="-285750">
              <a:buFont typeface="Arial"/>
              <a:buChar char="•"/>
            </a:pPr>
            <a:r>
              <a:rPr lang="en-US" b="1"/>
              <a:t>Création des classes Hunter et Lapin</a:t>
            </a:r>
            <a:endParaRPr lang="en-US" b="1">
              <a:cs typeface="+mn-lt"/>
            </a:endParaRPr>
          </a:p>
          <a:p>
            <a:pPr marL="285750" lvl="1" indent="-285750">
              <a:buFont typeface="Arial"/>
              <a:buChar char="•"/>
            </a:pPr>
            <a:r>
              <a:rPr lang="en-US"/>
              <a:t>Attributs : position, vitesse, santé, état.</a:t>
            </a:r>
            <a:endParaRPr lang="fr-FR"/>
          </a:p>
          <a:p>
            <a:pPr marL="285750" lvl="1" indent="-285750">
              <a:buFont typeface="Arial"/>
              <a:buChar char="•"/>
            </a:pPr>
            <a:r>
              <a:rPr lang="en-US"/>
              <a:t>Méthodes : Move(), TakeDamage(), Eat(), Attack().</a:t>
            </a:r>
            <a:endParaRPr lang="fr-FR"/>
          </a:p>
          <a:p>
            <a:pPr marL="285750" lvl="1" indent="-285750">
              <a:buFont typeface="Arial"/>
              <a:buChar char="•"/>
            </a:pPr>
            <a:r>
              <a:rPr lang="en-US"/>
              <a:t>Implémentation orientée objet en Lua (modules séparés).</a:t>
            </a:r>
            <a:br>
              <a:rPr lang="en-US">
                <a:cs typeface="+mn-lt"/>
              </a:rPr>
            </a:br>
            <a:endParaRPr lang="en-US">
              <a:cs typeface="+mn-lt"/>
            </a:endParaRPr>
          </a:p>
          <a:p>
            <a:pPr marL="285750" indent="-285750">
              <a:buFont typeface="Arial"/>
              <a:buChar char="•"/>
            </a:pPr>
            <a:r>
              <a:rPr lang="en-US" b="1"/>
              <a:t>Déplacement de base</a:t>
            </a:r>
            <a:endParaRPr lang="en-US" b="1">
              <a:cs typeface="+mn-lt"/>
            </a:endParaRPr>
          </a:p>
          <a:p>
            <a:pPr marL="285750" lvl="1" indent="-285750">
              <a:buFont typeface="Arial"/>
              <a:buChar char="•"/>
            </a:pPr>
            <a:r>
              <a:rPr lang="en-US"/>
              <a:t>Gestion des inputs clavier pour le joueur.</a:t>
            </a:r>
            <a:endParaRPr lang="fr-FR"/>
          </a:p>
          <a:p>
            <a:pPr marL="285750" lvl="1" indent="-285750">
              <a:buFont typeface="Arial"/>
              <a:buChar char="•"/>
            </a:pPr>
            <a:r>
              <a:rPr lang="en-US"/>
              <a:t>Utilisation des services Roblox : UserInputService et Humanoid:MoveTo().</a:t>
            </a:r>
            <a:br>
              <a:rPr lang="en-US">
                <a:cs typeface="+mn-lt"/>
              </a:rPr>
            </a:br>
            <a:endParaRPr lang="en-US">
              <a:cs typeface="+mn-lt"/>
            </a:endParaRPr>
          </a:p>
          <a:p>
            <a:pPr marL="285750" indent="-285750">
              <a:buFont typeface="Arial"/>
              <a:buChar char="•"/>
            </a:pPr>
            <a:r>
              <a:rPr lang="en-US" b="1"/>
              <a:t>Système de faim et de vie du lapin</a:t>
            </a:r>
            <a:endParaRPr lang="en-US" b="1">
              <a:cs typeface="+mn-lt"/>
            </a:endParaRPr>
          </a:p>
          <a:p>
            <a:pPr marL="285750" lvl="1" indent="-285750">
              <a:buFont typeface="Arial"/>
              <a:buChar char="•"/>
            </a:pPr>
            <a:r>
              <a:rPr lang="en-US"/>
              <a:t>Diminution progressive de la faim.</a:t>
            </a:r>
            <a:endParaRPr lang="fr-FR"/>
          </a:p>
          <a:p>
            <a:pPr marL="285750" lvl="1" indent="-285750">
              <a:buFont typeface="Arial"/>
              <a:buChar char="•"/>
            </a:pPr>
            <a:r>
              <a:rPr lang="en-US"/>
              <a:t>Mort du lapin si faim = 0.</a:t>
            </a:r>
            <a:endParaRPr lang="fr-FR"/>
          </a:p>
          <a:p>
            <a:pPr marL="285750" lvl="1" indent="-285750">
              <a:buFont typeface="Arial"/>
              <a:buChar char="•"/>
            </a:pPr>
            <a:r>
              <a:rPr lang="en-US"/>
              <a:t>Régénération partielle de la vie via la nourriture.</a:t>
            </a:r>
            <a:br>
              <a:rPr lang="en-US">
                <a:cs typeface="+mn-lt"/>
              </a:rPr>
            </a:br>
            <a:endParaRPr lang="en-US">
              <a:cs typeface="+mn-lt"/>
            </a:endParaRPr>
          </a:p>
          <a:p>
            <a:pPr marL="285750" indent="-285750">
              <a:buFont typeface="Arial"/>
              <a:buChar char="•"/>
            </a:pPr>
            <a:r>
              <a:rPr lang="en-US" b="1"/>
              <a:t>Attaque du chasseur</a:t>
            </a:r>
            <a:endParaRPr lang="en-US" b="1">
              <a:cs typeface="+mn-lt"/>
            </a:endParaRPr>
          </a:p>
          <a:p>
            <a:pPr marL="285750" lvl="1" indent="-285750">
              <a:buFont typeface="Arial"/>
              <a:buChar char="•"/>
            </a:pPr>
            <a:r>
              <a:rPr lang="en-US"/>
              <a:t>Détection de collision donc portée de l’attaque.</a:t>
            </a:r>
            <a:endParaRPr lang="fr-FR"/>
          </a:p>
          <a:p>
            <a:pPr marL="285750" lvl="1" indent="-285750">
              <a:buFont typeface="Arial"/>
              <a:buChar char="•"/>
            </a:pPr>
            <a:r>
              <a:rPr lang="en-US"/>
              <a:t>Dégâts appliqués sur le lapin en cas de contact.</a:t>
            </a:r>
            <a:endParaRPr lang="fr-FR"/>
          </a:p>
          <a:p>
            <a:pPr marL="285750" lvl="1" indent="-285750">
              <a:buFont typeface="Arial"/>
              <a:buChar char="•"/>
            </a:pPr>
            <a:r>
              <a:rPr lang="en-US"/>
              <a:t>Animation d’attaque simple.</a:t>
            </a:r>
            <a:endParaRPr lang="fr-FR"/>
          </a:p>
          <a:p>
            <a:pPr marL="285750" lvl="1" indent="-285750">
              <a:buFont typeface="Arial"/>
              <a:buChar char="•"/>
            </a:pPr>
            <a:endParaRPr lang="en-US"/>
          </a:p>
          <a:p>
            <a:pPr marL="285750" indent="-285750">
              <a:buFont typeface="Arial"/>
              <a:buChar char="•"/>
            </a:pPr>
            <a:r>
              <a:rPr lang="en-US" b="1"/>
              <a:t>Nourriture du lapin</a:t>
            </a:r>
            <a:endParaRPr lang="en-US" b="1">
              <a:cs typeface="+mn-lt"/>
            </a:endParaRPr>
          </a:p>
          <a:p>
            <a:pPr marL="285750" lvl="1" indent="-285750">
              <a:buFont typeface="Arial"/>
              <a:buChar char="•"/>
            </a:pPr>
            <a:r>
              <a:rPr lang="en-US"/>
              <a:t>Objets plantes ou carottes collectables.</a:t>
            </a:r>
            <a:endParaRPr lang="fr-FR"/>
          </a:p>
          <a:p>
            <a:pPr marL="285750" lvl="1" indent="-285750">
              <a:buFont typeface="Arial"/>
              <a:buChar char="•"/>
            </a:pPr>
            <a:r>
              <a:rPr lang="en-US"/>
              <a:t>Interaction via ProximityPrompt ou clic.</a:t>
            </a:r>
            <a:endParaRPr lang="fr-FR"/>
          </a:p>
          <a:p>
            <a:pPr marL="285750" lvl="1" indent="-285750">
              <a:buFont typeface="Arial"/>
              <a:buChar char="•"/>
            </a:pPr>
            <a:r>
              <a:rPr lang="en-US"/>
              <a:t>Réapparition automatique des ressources.</a:t>
            </a:r>
            <a:br>
              <a:rPr lang="en-US">
                <a:cs typeface="+mn-lt"/>
              </a:rPr>
            </a:br>
            <a:endParaRPr lang="en-US">
              <a:cs typeface="+mn-lt"/>
            </a:endParaRPr>
          </a:p>
          <a:p>
            <a:pPr marL="285750" indent="-285750">
              <a:buFont typeface="Arial"/>
              <a:buChar char="•"/>
            </a:pPr>
            <a:r>
              <a:rPr lang="en-US" b="1"/>
              <a:t>Menu de lancement de partie</a:t>
            </a:r>
            <a:endParaRPr lang="en-US" b="1">
              <a:cs typeface="+mn-lt"/>
            </a:endParaRPr>
          </a:p>
          <a:p>
            <a:pPr marL="285750" lvl="1" indent="-285750">
              <a:buFont typeface="Arial"/>
              <a:buChar char="•"/>
            </a:pPr>
            <a:r>
              <a:rPr lang="en-US"/>
              <a:t>Interface basique : “Jouer / Quitter”.</a:t>
            </a:r>
            <a:endParaRPr lang="fr-FR"/>
          </a:p>
          <a:p>
            <a:pPr marL="285750" lvl="1" indent="-285750">
              <a:buFont typeface="Arial"/>
              <a:buChar char="•"/>
            </a:pPr>
            <a:r>
              <a:rPr lang="en-US"/>
              <a:t>Initialisation de la scène et de l'apparition.</a:t>
            </a:r>
            <a:endParaRPr lang="fr-FR"/>
          </a:p>
          <a:p>
            <a:pPr marL="285750" lvl="1" indent="-285750">
              <a:buFont typeface="Arial"/>
              <a:buChar char="•"/>
            </a:pPr>
            <a:r>
              <a:rPr lang="en-US"/>
              <a:t>Réinitialisation du HUD.</a:t>
            </a:r>
            <a:endParaRPr lang="fr-FR"/>
          </a:p>
          <a:p>
            <a:endParaRPr lang="en-US">
              <a:latin typeface="Calibri"/>
              <a:ea typeface="Calibri"/>
              <a:cs typeface="Calibri"/>
            </a:endParaRPr>
          </a:p>
        </p:txBody>
      </p:sp>
      <p:sp>
        <p:nvSpPr>
          <p:cNvPr id="4" name="Espace réservé du numéro de diapositive 3"/>
          <p:cNvSpPr>
            <a:spLocks noGrp="1"/>
          </p:cNvSpPr>
          <p:nvPr>
            <p:ph type="sldNum" sz="quarter" idx="5"/>
          </p:nvPr>
        </p:nvSpPr>
        <p:spPr/>
        <p:txBody>
          <a:bodyPr/>
          <a:lstStyle/>
          <a:p>
            <a:fld id="{CD17D5B4-941B-484B-8FAE-31E9B77B4759}" type="slidenum">
              <a:rPr lang="fr-FR" smtClean="0"/>
              <a:t>12</a:t>
            </a:fld>
            <a:endParaRPr lang="fr-FR"/>
          </a:p>
        </p:txBody>
      </p:sp>
    </p:spTree>
    <p:extLst>
      <p:ext uri="{BB962C8B-B14F-4D97-AF65-F5344CB8AC3E}">
        <p14:creationId xmlns:p14="http://schemas.microsoft.com/office/powerpoint/2010/main" val="3303975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Pour conclure, nous avons défini un concept de jeu clair et motivant : une expérience </a:t>
            </a:r>
            <a:r>
              <a:rPr lang="fr-FR" err="1"/>
              <a:t>survival</a:t>
            </a:r>
            <a:r>
              <a:rPr lang="fr-FR"/>
              <a:t> asynchrone où le joueur doit échapper à un chasseur contrôlé par une IA évolutive.</a:t>
            </a:r>
          </a:p>
          <a:p>
            <a:r>
              <a:rPr lang="fr-FR"/>
              <a:t>Techniquement, nous voulons structurer l’IA avec un </a:t>
            </a:r>
            <a:r>
              <a:rPr lang="fr-FR" err="1"/>
              <a:t>Behaviour</a:t>
            </a:r>
            <a:r>
              <a:rPr lang="fr-FR"/>
              <a:t> </a:t>
            </a:r>
            <a:r>
              <a:rPr lang="fr-FR" err="1"/>
              <a:t>Tree</a:t>
            </a:r>
            <a:r>
              <a:rPr lang="fr-FR"/>
              <a:t> avant, dans les derniers sprints, d’introduire du machine </a:t>
            </a:r>
            <a:r>
              <a:rPr lang="fr-FR" err="1"/>
              <a:t>learning</a:t>
            </a:r>
            <a:r>
              <a:rPr lang="fr-FR"/>
              <a:t>.</a:t>
            </a:r>
            <a:br>
              <a:rPr lang="fr-FR"/>
            </a:br>
            <a:r>
              <a:rPr lang="fr-FR"/>
              <a:t>Nous avons déjà pensé l’architecture pour assurer modularité et organisation.</a:t>
            </a:r>
          </a:p>
          <a:p>
            <a:r>
              <a:rPr lang="fr-FR"/>
              <a:t>Le projet est découpé en 6 itérations, avec un cœur jouable assez tôt puis un enrichissement progressif.</a:t>
            </a:r>
            <a:br>
              <a:rPr lang="fr-FR"/>
            </a:br>
            <a:r>
              <a:rPr lang="fr-FR"/>
              <a:t>Nous avons identifié les risques principaux — IA trop forte, dérive de scope, gameplay mal équilibré — et prévu des stratégies pour les maîtriser.</a:t>
            </a:r>
          </a:p>
          <a:p>
            <a:r>
              <a:rPr lang="fr-FR"/>
              <a:t>Les prochaines étapes sont de prioriser les cas d’utilisation et détailler le </a:t>
            </a:r>
            <a:r>
              <a:rPr lang="fr-FR" err="1"/>
              <a:t>backlog</a:t>
            </a:r>
            <a:r>
              <a:rPr lang="fr-FR"/>
              <a:t>.</a:t>
            </a:r>
          </a:p>
          <a:p>
            <a:endParaRPr lang="fr-FR"/>
          </a:p>
        </p:txBody>
      </p:sp>
      <p:sp>
        <p:nvSpPr>
          <p:cNvPr id="4" name="Espace réservé du numéro de diapositive 3"/>
          <p:cNvSpPr>
            <a:spLocks noGrp="1"/>
          </p:cNvSpPr>
          <p:nvPr>
            <p:ph type="sldNum" sz="quarter" idx="5"/>
          </p:nvPr>
        </p:nvSpPr>
        <p:spPr/>
        <p:txBody>
          <a:bodyPr/>
          <a:lstStyle/>
          <a:p>
            <a:fld id="{CD17D5B4-941B-484B-8FAE-31E9B77B4759}" type="slidenum">
              <a:rPr lang="fr-FR" smtClean="0"/>
              <a:t>13</a:t>
            </a:fld>
            <a:endParaRPr lang="fr-FR"/>
          </a:p>
        </p:txBody>
      </p:sp>
    </p:spTree>
    <p:extLst>
      <p:ext uri="{BB962C8B-B14F-4D97-AF65-F5344CB8AC3E}">
        <p14:creationId xmlns:p14="http://schemas.microsoft.com/office/powerpoint/2010/main" val="31587860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59542FF-B682-4972-901E-366D770CB901}"/>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a:p>
        </p:txBody>
      </p:sp>
      <p:sp>
        <p:nvSpPr>
          <p:cNvPr id="3" name="Sous-titre 2">
            <a:extLst>
              <a:ext uri="{FF2B5EF4-FFF2-40B4-BE49-F238E27FC236}">
                <a16:creationId xmlns:a16="http://schemas.microsoft.com/office/drawing/2014/main" id="{03FBF145-829C-E323-261C-D39FC99A0C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a:p>
        </p:txBody>
      </p:sp>
      <p:sp>
        <p:nvSpPr>
          <p:cNvPr id="4" name="Espace réservé de la date 3">
            <a:extLst>
              <a:ext uri="{FF2B5EF4-FFF2-40B4-BE49-F238E27FC236}">
                <a16:creationId xmlns:a16="http://schemas.microsoft.com/office/drawing/2014/main" id="{9B5C62D0-6F85-8244-DA96-9C3FF6487496}"/>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5" name="Espace réservé du pied de page 4">
            <a:extLst>
              <a:ext uri="{FF2B5EF4-FFF2-40B4-BE49-F238E27FC236}">
                <a16:creationId xmlns:a16="http://schemas.microsoft.com/office/drawing/2014/main" id="{22190E42-69BD-5BC3-5B3A-99EB03552B01}"/>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4AE59CD7-E0C4-B49A-3A9C-8E8207E331DF}"/>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38338324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E6B12F7-38A9-FFB4-F4FB-80F1ABB5D51C}"/>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4622B141-D901-C2E8-F75E-D578E48ADF7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C3C9EB09-615B-E5FD-EDC2-BE69C3359C0C}"/>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5" name="Espace réservé du pied de page 4">
            <a:extLst>
              <a:ext uri="{FF2B5EF4-FFF2-40B4-BE49-F238E27FC236}">
                <a16:creationId xmlns:a16="http://schemas.microsoft.com/office/drawing/2014/main" id="{31E4B96A-D91A-1417-0D91-BF24BE8C045F}"/>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AAECE11E-7098-48DF-92D1-6212CF0C4BF5}"/>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11409753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8FA24B-F756-8536-5FDC-0D06F2914D1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endParaRPr lang="en-US"/>
          </a:p>
        </p:txBody>
      </p:sp>
      <p:sp>
        <p:nvSpPr>
          <p:cNvPr id="3" name="Espace réservé du texte 2">
            <a:extLst>
              <a:ext uri="{FF2B5EF4-FFF2-40B4-BE49-F238E27FC236}">
                <a16:creationId xmlns:a16="http://schemas.microsoft.com/office/drawing/2014/main" id="{B489EC23-2981-545C-B8B6-173FB677B05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124226C1-BE16-066B-6179-4C541AB94FC8}"/>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5" name="Espace réservé du pied de page 4">
            <a:extLst>
              <a:ext uri="{FF2B5EF4-FFF2-40B4-BE49-F238E27FC236}">
                <a16:creationId xmlns:a16="http://schemas.microsoft.com/office/drawing/2014/main" id="{FCB89F14-E6C5-066D-1A15-2D77F53D9891}"/>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37A1F2F2-9D12-0E79-6E85-481047505470}"/>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3552062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523D9B-0E97-AACC-A80F-F824FA20AC44}"/>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2FD728F6-6C21-5185-8E6E-95A6F2D0FDC4}"/>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contenu 3">
            <a:extLst>
              <a:ext uri="{FF2B5EF4-FFF2-40B4-BE49-F238E27FC236}">
                <a16:creationId xmlns:a16="http://schemas.microsoft.com/office/drawing/2014/main" id="{12EBC8C9-77DD-2E92-B7A6-66E89D06E96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4">
            <a:extLst>
              <a:ext uri="{FF2B5EF4-FFF2-40B4-BE49-F238E27FC236}">
                <a16:creationId xmlns:a16="http://schemas.microsoft.com/office/drawing/2014/main" id="{13F8A590-E5E2-C69A-A126-C1B1B7A1DA41}"/>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6" name="Espace réservé du pied de page 5">
            <a:extLst>
              <a:ext uri="{FF2B5EF4-FFF2-40B4-BE49-F238E27FC236}">
                <a16:creationId xmlns:a16="http://schemas.microsoft.com/office/drawing/2014/main" id="{8716BB05-7A83-EF6F-096D-020BF22E5D34}"/>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AF6E3CA1-A1C3-F24F-3938-775FF6521B09}"/>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12570013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1405758-0F40-E8C0-8C3C-1C04885F034D}"/>
              </a:ext>
            </a:extLst>
          </p:cNvPr>
          <p:cNvSpPr>
            <a:spLocks noGrp="1"/>
          </p:cNvSpPr>
          <p:nvPr>
            <p:ph type="title"/>
          </p:nvPr>
        </p:nvSpPr>
        <p:spPr>
          <a:xfrm>
            <a:off x="839788" y="365125"/>
            <a:ext cx="10515600" cy="1325563"/>
          </a:xfrm>
        </p:spPr>
        <p:txBody>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9FA09352-0A4B-DAE4-1ACF-1C8D5BEAFB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320C0B3E-2A90-37D9-3CEA-CF00972732CA}"/>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u texte 4">
            <a:extLst>
              <a:ext uri="{FF2B5EF4-FFF2-40B4-BE49-F238E27FC236}">
                <a16:creationId xmlns:a16="http://schemas.microsoft.com/office/drawing/2014/main" id="{22223DF3-ABDD-DF49-7BF1-E332A93FBA0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A28C729-AC04-7F09-F327-05D24B6B864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7" name="Espace réservé de la date 6">
            <a:extLst>
              <a:ext uri="{FF2B5EF4-FFF2-40B4-BE49-F238E27FC236}">
                <a16:creationId xmlns:a16="http://schemas.microsoft.com/office/drawing/2014/main" id="{152182A8-F8E1-DA3B-AA6B-1309F9B49DC2}"/>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8" name="Espace réservé du pied de page 7">
            <a:extLst>
              <a:ext uri="{FF2B5EF4-FFF2-40B4-BE49-F238E27FC236}">
                <a16:creationId xmlns:a16="http://schemas.microsoft.com/office/drawing/2014/main" id="{CF617994-90E4-C2FE-F2DB-CC81B4B7B97A}"/>
              </a:ext>
            </a:extLst>
          </p:cNvPr>
          <p:cNvSpPr>
            <a:spLocks noGrp="1"/>
          </p:cNvSpPr>
          <p:nvPr>
            <p:ph type="ftr" sz="quarter" idx="11"/>
          </p:nvPr>
        </p:nvSpPr>
        <p:spPr/>
        <p:txBody>
          <a:bodyPr/>
          <a:lstStyle/>
          <a:p>
            <a:endParaRPr lang="en-US"/>
          </a:p>
        </p:txBody>
      </p:sp>
      <p:sp>
        <p:nvSpPr>
          <p:cNvPr id="9" name="Espace réservé du numéro de diapositive 8">
            <a:extLst>
              <a:ext uri="{FF2B5EF4-FFF2-40B4-BE49-F238E27FC236}">
                <a16:creationId xmlns:a16="http://schemas.microsoft.com/office/drawing/2014/main" id="{C6719439-F468-CC34-835C-E0EDE72D0856}"/>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33760992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42AB41A-635E-2AF3-7BA0-D64D15567E2B}"/>
              </a:ext>
            </a:extLst>
          </p:cNvPr>
          <p:cNvSpPr>
            <a:spLocks noGrp="1"/>
          </p:cNvSpPr>
          <p:nvPr>
            <p:ph type="title"/>
          </p:nvPr>
        </p:nvSpPr>
        <p:spPr/>
        <p:txBody>
          <a:bodyPr/>
          <a:lstStyle/>
          <a:p>
            <a:r>
              <a:rPr lang="fr-FR"/>
              <a:t>Modifiez le style du titre</a:t>
            </a:r>
            <a:endParaRPr lang="en-US"/>
          </a:p>
        </p:txBody>
      </p:sp>
      <p:sp>
        <p:nvSpPr>
          <p:cNvPr id="3" name="Espace réservé de la date 2">
            <a:extLst>
              <a:ext uri="{FF2B5EF4-FFF2-40B4-BE49-F238E27FC236}">
                <a16:creationId xmlns:a16="http://schemas.microsoft.com/office/drawing/2014/main" id="{66DAC669-23FD-6FD1-E2D5-A0759D196FC0}"/>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4" name="Espace réservé du pied de page 3">
            <a:extLst>
              <a:ext uri="{FF2B5EF4-FFF2-40B4-BE49-F238E27FC236}">
                <a16:creationId xmlns:a16="http://schemas.microsoft.com/office/drawing/2014/main" id="{54CC188E-31FA-3D7D-DD45-F2AEAF97CE27}"/>
              </a:ext>
            </a:extLst>
          </p:cNvPr>
          <p:cNvSpPr>
            <a:spLocks noGrp="1"/>
          </p:cNvSpPr>
          <p:nvPr>
            <p:ph type="ftr" sz="quarter" idx="11"/>
          </p:nvPr>
        </p:nvSpPr>
        <p:spPr/>
        <p:txBody>
          <a:bodyPr/>
          <a:lstStyle/>
          <a:p>
            <a:endParaRPr lang="en-US"/>
          </a:p>
        </p:txBody>
      </p:sp>
      <p:sp>
        <p:nvSpPr>
          <p:cNvPr id="5" name="Espace réservé du numéro de diapositive 4">
            <a:extLst>
              <a:ext uri="{FF2B5EF4-FFF2-40B4-BE49-F238E27FC236}">
                <a16:creationId xmlns:a16="http://schemas.microsoft.com/office/drawing/2014/main" id="{973B013F-93A9-1B2E-691B-CF15C38BC05F}"/>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2207458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726D5787-CAE4-504C-5568-1EE42AF55EA2}"/>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3" name="Espace réservé du pied de page 2">
            <a:extLst>
              <a:ext uri="{FF2B5EF4-FFF2-40B4-BE49-F238E27FC236}">
                <a16:creationId xmlns:a16="http://schemas.microsoft.com/office/drawing/2014/main" id="{8D5AF013-2EBE-3E73-2B9E-E289281DCA0F}"/>
              </a:ext>
            </a:extLst>
          </p:cNvPr>
          <p:cNvSpPr>
            <a:spLocks noGrp="1"/>
          </p:cNvSpPr>
          <p:nvPr>
            <p:ph type="ftr" sz="quarter" idx="11"/>
          </p:nvPr>
        </p:nvSpPr>
        <p:spPr/>
        <p:txBody>
          <a:bodyPr/>
          <a:lstStyle/>
          <a:p>
            <a:endParaRPr lang="en-US"/>
          </a:p>
        </p:txBody>
      </p:sp>
      <p:sp>
        <p:nvSpPr>
          <p:cNvPr id="4" name="Espace réservé du numéro de diapositive 3">
            <a:extLst>
              <a:ext uri="{FF2B5EF4-FFF2-40B4-BE49-F238E27FC236}">
                <a16:creationId xmlns:a16="http://schemas.microsoft.com/office/drawing/2014/main" id="{A9FACF67-9A93-356E-CBAE-C1D9BDDA0BAA}"/>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317641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226459D-EA55-B22A-DE51-666D4687F92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du contenu 2">
            <a:extLst>
              <a:ext uri="{FF2B5EF4-FFF2-40B4-BE49-F238E27FC236}">
                <a16:creationId xmlns:a16="http://schemas.microsoft.com/office/drawing/2014/main" id="{9937C10F-0DCF-7A75-7E85-C311C2A85FC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texte 3">
            <a:extLst>
              <a:ext uri="{FF2B5EF4-FFF2-40B4-BE49-F238E27FC236}">
                <a16:creationId xmlns:a16="http://schemas.microsoft.com/office/drawing/2014/main" id="{BC1E1713-FF02-4FDD-2F3C-C5D46DE16F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B6BC4B1-8542-3653-4AFA-CEFC325C99F8}"/>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6" name="Espace réservé du pied de page 5">
            <a:extLst>
              <a:ext uri="{FF2B5EF4-FFF2-40B4-BE49-F238E27FC236}">
                <a16:creationId xmlns:a16="http://schemas.microsoft.com/office/drawing/2014/main" id="{5E0EC91E-3081-821B-DBDC-CA9A759371F3}"/>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06FF6029-FB78-E02C-361F-5B24AA12C9DB}"/>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42380779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B499252-5F59-B5DE-6A27-8EA31F77B179}"/>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pour une image  2">
            <a:extLst>
              <a:ext uri="{FF2B5EF4-FFF2-40B4-BE49-F238E27FC236}">
                <a16:creationId xmlns:a16="http://schemas.microsoft.com/office/drawing/2014/main" id="{068E7671-D2A0-B8DA-31EB-5CF6DDD451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ce réservé du texte 3">
            <a:extLst>
              <a:ext uri="{FF2B5EF4-FFF2-40B4-BE49-F238E27FC236}">
                <a16:creationId xmlns:a16="http://schemas.microsoft.com/office/drawing/2014/main" id="{3D552190-C9D3-1FCA-E782-8129F44BE77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F837A697-14D0-D1B9-A3EF-571AC9494FAF}"/>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6" name="Espace réservé du pied de page 5">
            <a:extLst>
              <a:ext uri="{FF2B5EF4-FFF2-40B4-BE49-F238E27FC236}">
                <a16:creationId xmlns:a16="http://schemas.microsoft.com/office/drawing/2014/main" id="{F093A412-A550-B0CD-5E5E-CDFCD3621787}"/>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51DABFC9-AD36-75A6-EB6D-1C2F05E51FCD}"/>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1726590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F90A617-3502-3E7C-AA68-5E568EF34EFD}"/>
              </a:ext>
            </a:extLst>
          </p:cNvPr>
          <p:cNvSpPr>
            <a:spLocks noGrp="1"/>
          </p:cNvSpPr>
          <p:nvPr>
            <p:ph type="title"/>
          </p:nvPr>
        </p:nvSpPr>
        <p:spPr/>
        <p:txBody>
          <a:bodyPr/>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3E456D78-BAFB-536C-A359-8AC928B32019}"/>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97562405-8063-5327-469B-2693C4598BC8}"/>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5" name="Espace réservé du pied de page 4">
            <a:extLst>
              <a:ext uri="{FF2B5EF4-FFF2-40B4-BE49-F238E27FC236}">
                <a16:creationId xmlns:a16="http://schemas.microsoft.com/office/drawing/2014/main" id="{8D441A16-A411-2901-62CE-53FE9EAC64F4}"/>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BAC7F478-2912-72E8-19F6-77F32659C912}"/>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125427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61ADC8A6-613C-F081-E40A-22F23A64AF1F}"/>
              </a:ext>
            </a:extLst>
          </p:cNvPr>
          <p:cNvSpPr>
            <a:spLocks noGrp="1"/>
          </p:cNvSpPr>
          <p:nvPr>
            <p:ph type="title" orient="vert"/>
          </p:nvPr>
        </p:nvSpPr>
        <p:spPr>
          <a:xfrm>
            <a:off x="8724900" y="365125"/>
            <a:ext cx="2628900" cy="5811838"/>
          </a:xfrm>
        </p:spPr>
        <p:txBody>
          <a:bodyPr vert="eaVert"/>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8EAE4F30-04D2-0C86-77DE-1ACB6736FFC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9E8C113D-3524-0D63-C9AC-4EF3580D2570}"/>
              </a:ext>
            </a:extLst>
          </p:cNvPr>
          <p:cNvSpPr>
            <a:spLocks noGrp="1"/>
          </p:cNvSpPr>
          <p:nvPr>
            <p:ph type="dt" sz="half" idx="10"/>
          </p:nvPr>
        </p:nvSpPr>
        <p:spPr/>
        <p:txBody>
          <a:bodyPr/>
          <a:lstStyle/>
          <a:p>
            <a:fld id="{D1AF5590-DE74-4221-B2D9-A7D784B3A8FC}" type="datetimeFigureOut">
              <a:rPr lang="en-US" smtClean="0"/>
              <a:t>11/7/2025</a:t>
            </a:fld>
            <a:endParaRPr lang="en-US"/>
          </a:p>
        </p:txBody>
      </p:sp>
      <p:sp>
        <p:nvSpPr>
          <p:cNvPr id="5" name="Espace réservé du pied de page 4">
            <a:extLst>
              <a:ext uri="{FF2B5EF4-FFF2-40B4-BE49-F238E27FC236}">
                <a16:creationId xmlns:a16="http://schemas.microsoft.com/office/drawing/2014/main" id="{C09B1793-5E34-16A6-1E74-D6639B08B38A}"/>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3E6BD21C-CF10-1660-6F48-0ECD235830EE}"/>
              </a:ext>
            </a:extLst>
          </p:cNvPr>
          <p:cNvSpPr>
            <a:spLocks noGrp="1"/>
          </p:cNvSpPr>
          <p:nvPr>
            <p:ph type="sldNum" sz="quarter" idx="12"/>
          </p:nvPr>
        </p:nvSpPr>
        <p:spPr/>
        <p:txBody>
          <a:bodyPr/>
          <a:lstStyle/>
          <a:p>
            <a:fld id="{607A9018-899E-4F88-9337-EED72B672CBC}" type="slidenum">
              <a:rPr lang="en-US" smtClean="0"/>
              <a:t>‹#›</a:t>
            </a:fld>
            <a:endParaRPr lang="en-US"/>
          </a:p>
        </p:txBody>
      </p:sp>
    </p:spTree>
    <p:extLst>
      <p:ext uri="{BB962C8B-B14F-4D97-AF65-F5344CB8AC3E}">
        <p14:creationId xmlns:p14="http://schemas.microsoft.com/office/powerpoint/2010/main" val="8104210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3529BF68-ACAC-DBC0-514A-6C9B4FFC60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75C079E5-FCB0-8D2C-B618-44C5E462FFB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1E2C7B10-D453-31FD-939A-7366F37816F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AF5590-DE74-4221-B2D9-A7D784B3A8FC}" type="datetimeFigureOut">
              <a:rPr lang="en-US" smtClean="0"/>
              <a:t>11/7/2025</a:t>
            </a:fld>
            <a:endParaRPr lang="en-US"/>
          </a:p>
        </p:txBody>
      </p:sp>
      <p:sp>
        <p:nvSpPr>
          <p:cNvPr id="5" name="Espace réservé du pied de page 4">
            <a:extLst>
              <a:ext uri="{FF2B5EF4-FFF2-40B4-BE49-F238E27FC236}">
                <a16:creationId xmlns:a16="http://schemas.microsoft.com/office/drawing/2014/main" id="{444B1DA9-6304-6468-1513-C3ED1CC763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Espace réservé du numéro de diapositive 5">
            <a:extLst>
              <a:ext uri="{FF2B5EF4-FFF2-40B4-BE49-F238E27FC236}">
                <a16:creationId xmlns:a16="http://schemas.microsoft.com/office/drawing/2014/main" id="{DF559BA5-15F6-FD4C-568E-AE80E2C70B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07A9018-899E-4F88-9337-EED72B672CBC}" type="slidenum">
              <a:rPr lang="en-US" smtClean="0"/>
              <a:t>‹#›</a:t>
            </a:fld>
            <a:endParaRPr lang="en-US"/>
          </a:p>
        </p:txBody>
      </p:sp>
    </p:spTree>
    <p:extLst>
      <p:ext uri="{BB962C8B-B14F-4D97-AF65-F5344CB8AC3E}">
        <p14:creationId xmlns:p14="http://schemas.microsoft.com/office/powerpoint/2010/main" val="17008794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svg"/><Relationship Id="rId9" Type="http://schemas.openxmlformats.org/officeDocument/2006/relationships/image" Target="../media/image7.svg"/></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svg"/><Relationship Id="rId10" Type="http://schemas.openxmlformats.org/officeDocument/2006/relationships/image" Target="../media/image9.sv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10.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 Id="rId4" Type="http://schemas.openxmlformats.org/officeDocument/2006/relationships/image" Target="../media/image16.sv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sv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 Id="rId5" Type="http://schemas.openxmlformats.org/officeDocument/2006/relationships/image" Target="../media/image9.sv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6.svg"/></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6.svg"/></Relationships>
</file>

<file path=ppt/slides/_rels/slide13.xml.rels><?xml version="1.0" encoding="UTF-8" standalone="yes"?>
<Relationships xmlns="http://schemas.openxmlformats.org/package/2006/relationships"><Relationship Id="rId8" Type="http://schemas.openxmlformats.org/officeDocument/2006/relationships/image" Target="../media/image19.svg"/><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551B6-D0FA-B46A-F258-93155DC31F2A}"/>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71740B1-A153-8E0F-9326-DD6C043975A7}"/>
              </a:ext>
            </a:extLst>
          </p:cNvPr>
          <p:cNvSpPr/>
          <p:nvPr/>
        </p:nvSpPr>
        <p:spPr>
          <a:xfrm>
            <a:off x="1247814" y="-246275"/>
            <a:ext cx="672860" cy="7104275"/>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8" name="Rectangle 7">
            <a:extLst>
              <a:ext uri="{FF2B5EF4-FFF2-40B4-BE49-F238E27FC236}">
                <a16:creationId xmlns:a16="http://schemas.microsoft.com/office/drawing/2014/main" id="{DEC7CE5D-B665-D531-E23E-02DB34FF915E}"/>
              </a:ext>
            </a:extLst>
          </p:cNvPr>
          <p:cNvSpPr/>
          <p:nvPr/>
        </p:nvSpPr>
        <p:spPr>
          <a:xfrm>
            <a:off x="10458673" y="2994806"/>
            <a:ext cx="672860" cy="3955211"/>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9" name="Rectangle 8">
            <a:extLst>
              <a:ext uri="{FF2B5EF4-FFF2-40B4-BE49-F238E27FC236}">
                <a16:creationId xmlns:a16="http://schemas.microsoft.com/office/drawing/2014/main" id="{BDA9DEBF-946B-6A3A-18E8-61AA5ECDDB86}"/>
              </a:ext>
            </a:extLst>
          </p:cNvPr>
          <p:cNvSpPr/>
          <p:nvPr/>
        </p:nvSpPr>
        <p:spPr>
          <a:xfrm>
            <a:off x="8841220" y="1682153"/>
            <a:ext cx="3907766" cy="174684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6" name="Rectangle 5">
            <a:extLst>
              <a:ext uri="{FF2B5EF4-FFF2-40B4-BE49-F238E27FC236}">
                <a16:creationId xmlns:a16="http://schemas.microsoft.com/office/drawing/2014/main" id="{D3691A86-5E59-B7D2-032A-7FD579C25A46}"/>
              </a:ext>
            </a:extLst>
          </p:cNvPr>
          <p:cNvSpPr/>
          <p:nvPr/>
        </p:nvSpPr>
        <p:spPr>
          <a:xfrm>
            <a:off x="-1733549" y="5762626"/>
            <a:ext cx="7677510"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7" name="Triangle rectangle 6">
            <a:extLst>
              <a:ext uri="{FF2B5EF4-FFF2-40B4-BE49-F238E27FC236}">
                <a16:creationId xmlns:a16="http://schemas.microsoft.com/office/drawing/2014/main" id="{5FB93315-57E4-D42A-8C7F-EC750B130EC0}"/>
              </a:ext>
            </a:extLst>
          </p:cNvPr>
          <p:cNvSpPr/>
          <p:nvPr/>
        </p:nvSpPr>
        <p:spPr>
          <a:xfrm>
            <a:off x="5943960" y="5762626"/>
            <a:ext cx="9143640" cy="1606488"/>
          </a:xfrm>
          <a:prstGeom prst="r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1" name="ZoneTexte 10">
            <a:extLst>
              <a:ext uri="{FF2B5EF4-FFF2-40B4-BE49-F238E27FC236}">
                <a16:creationId xmlns:a16="http://schemas.microsoft.com/office/drawing/2014/main" id="{A2F33DE3-7C8C-A5C9-D197-F964A28C6510}"/>
              </a:ext>
            </a:extLst>
          </p:cNvPr>
          <p:cNvSpPr txBox="1"/>
          <p:nvPr/>
        </p:nvSpPr>
        <p:spPr>
          <a:xfrm>
            <a:off x="0" y="5842337"/>
            <a:ext cx="2252924" cy="1015663"/>
          </a:xfrm>
          <a:prstGeom prst="rect">
            <a:avLst/>
          </a:prstGeom>
          <a:noFill/>
        </p:spPr>
        <p:txBody>
          <a:bodyPr wrap="none" rtlCol="0">
            <a:spAutoFit/>
          </a:bodyPr>
          <a:lstStyle/>
          <a:p>
            <a:r>
              <a:rPr lang="fr-FR" sz="2000" b="1" noProof="0"/>
              <a:t>Noah </a:t>
            </a:r>
            <a:r>
              <a:rPr lang="fr-FR" sz="2000" b="1" noProof="0" err="1"/>
              <a:t>Laghlali</a:t>
            </a:r>
            <a:br>
              <a:rPr lang="fr-FR" sz="2000" b="1" noProof="0"/>
            </a:br>
            <a:r>
              <a:rPr lang="fr-FR" sz="2000" b="1" noProof="0"/>
              <a:t>Emma </a:t>
            </a:r>
            <a:r>
              <a:rPr lang="fr-FR" sz="2000" b="1" noProof="0" err="1"/>
              <a:t>Klingler</a:t>
            </a:r>
            <a:br>
              <a:rPr lang="fr-FR" sz="2000" b="1" noProof="0"/>
            </a:br>
            <a:r>
              <a:rPr lang="fr-FR" sz="2000" b="1" noProof="0"/>
              <a:t>Hugo Rochedreux</a:t>
            </a:r>
          </a:p>
        </p:txBody>
      </p:sp>
      <p:sp>
        <p:nvSpPr>
          <p:cNvPr id="12" name="ZoneTexte 11">
            <a:extLst>
              <a:ext uri="{FF2B5EF4-FFF2-40B4-BE49-F238E27FC236}">
                <a16:creationId xmlns:a16="http://schemas.microsoft.com/office/drawing/2014/main" id="{BBAFDB04-CCB5-458E-A8C4-D5490594F5A3}"/>
              </a:ext>
            </a:extLst>
          </p:cNvPr>
          <p:cNvSpPr txBox="1"/>
          <p:nvPr/>
        </p:nvSpPr>
        <p:spPr>
          <a:xfrm>
            <a:off x="-4369881" y="1852735"/>
            <a:ext cx="3647152" cy="1015663"/>
          </a:xfrm>
          <a:prstGeom prst="rect">
            <a:avLst/>
          </a:prstGeom>
          <a:noFill/>
        </p:spPr>
        <p:txBody>
          <a:bodyPr wrap="none" rtlCol="0">
            <a:spAutoFit/>
          </a:bodyPr>
          <a:lstStyle/>
          <a:p>
            <a:r>
              <a:rPr lang="fr-FR" sz="6000" b="1" noProof="0"/>
              <a:t>The Silent</a:t>
            </a:r>
          </a:p>
        </p:txBody>
      </p:sp>
      <p:sp>
        <p:nvSpPr>
          <p:cNvPr id="13" name="ZoneTexte 12">
            <a:extLst>
              <a:ext uri="{FF2B5EF4-FFF2-40B4-BE49-F238E27FC236}">
                <a16:creationId xmlns:a16="http://schemas.microsoft.com/office/drawing/2014/main" id="{99EADE2A-72A6-03EE-C721-C9E690FA10CD}"/>
              </a:ext>
            </a:extLst>
          </p:cNvPr>
          <p:cNvSpPr txBox="1"/>
          <p:nvPr/>
        </p:nvSpPr>
        <p:spPr>
          <a:xfrm>
            <a:off x="-2203834" y="2642886"/>
            <a:ext cx="1912703" cy="1015663"/>
          </a:xfrm>
          <a:prstGeom prst="rect">
            <a:avLst/>
          </a:prstGeom>
          <a:noFill/>
        </p:spPr>
        <p:txBody>
          <a:bodyPr wrap="none" rtlCol="0">
            <a:spAutoFit/>
          </a:bodyPr>
          <a:lstStyle/>
          <a:p>
            <a:r>
              <a:rPr lang="fr-FR" sz="6000" b="1" noProof="0"/>
              <a:t>Hunt</a:t>
            </a:r>
          </a:p>
        </p:txBody>
      </p:sp>
      <p:sp>
        <p:nvSpPr>
          <p:cNvPr id="14" name="Rectangle 13">
            <a:extLst>
              <a:ext uri="{FF2B5EF4-FFF2-40B4-BE49-F238E27FC236}">
                <a16:creationId xmlns:a16="http://schemas.microsoft.com/office/drawing/2014/main" id="{6E0537E0-74B5-02CA-BCEC-FF802367C209}"/>
              </a:ext>
            </a:extLst>
          </p:cNvPr>
          <p:cNvSpPr/>
          <p:nvPr/>
        </p:nvSpPr>
        <p:spPr>
          <a:xfrm flipV="1">
            <a:off x="-3595590" y="3600026"/>
            <a:ext cx="2783511" cy="58523"/>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5" name="ZoneTexte 14">
            <a:extLst>
              <a:ext uri="{FF2B5EF4-FFF2-40B4-BE49-F238E27FC236}">
                <a16:creationId xmlns:a16="http://schemas.microsoft.com/office/drawing/2014/main" id="{2232BDF7-BE02-05BA-D4A7-9D6A0B77DBD0}"/>
              </a:ext>
            </a:extLst>
          </p:cNvPr>
          <p:cNvSpPr txBox="1"/>
          <p:nvPr/>
        </p:nvSpPr>
        <p:spPr>
          <a:xfrm>
            <a:off x="0" y="0"/>
            <a:ext cx="1143910" cy="400110"/>
          </a:xfrm>
          <a:prstGeom prst="rect">
            <a:avLst/>
          </a:prstGeom>
          <a:noFill/>
        </p:spPr>
        <p:txBody>
          <a:bodyPr wrap="square" rtlCol="0">
            <a:spAutoFit/>
          </a:bodyPr>
          <a:lstStyle/>
          <a:p>
            <a:r>
              <a:rPr lang="fr-FR" sz="2000" b="1" noProof="0"/>
              <a:t>RA-IL2</a:t>
            </a:r>
          </a:p>
        </p:txBody>
      </p:sp>
      <p:sp>
        <p:nvSpPr>
          <p:cNvPr id="16" name="ZoneTexte 15">
            <a:extLst>
              <a:ext uri="{FF2B5EF4-FFF2-40B4-BE49-F238E27FC236}">
                <a16:creationId xmlns:a16="http://schemas.microsoft.com/office/drawing/2014/main" id="{B03B725E-CE1A-34DF-D964-CAA43F86716C}"/>
              </a:ext>
            </a:extLst>
          </p:cNvPr>
          <p:cNvSpPr txBox="1"/>
          <p:nvPr/>
        </p:nvSpPr>
        <p:spPr>
          <a:xfrm>
            <a:off x="8943975" y="0"/>
            <a:ext cx="3248025" cy="461665"/>
          </a:xfrm>
          <a:prstGeom prst="rect">
            <a:avLst/>
          </a:prstGeom>
          <a:noFill/>
        </p:spPr>
        <p:txBody>
          <a:bodyPr wrap="square" rtlCol="0">
            <a:spAutoFit/>
          </a:bodyPr>
          <a:lstStyle/>
          <a:p>
            <a:pPr algn="r"/>
            <a:r>
              <a:rPr lang="fr-FR" sz="2400" b="1" noProof="0"/>
              <a:t>Projet Tutoré</a:t>
            </a:r>
          </a:p>
        </p:txBody>
      </p:sp>
      <p:pic>
        <p:nvPicPr>
          <p:cNvPr id="18" name="Graphique 17" descr="Papillon avec un remplissage uni">
            <a:extLst>
              <a:ext uri="{FF2B5EF4-FFF2-40B4-BE49-F238E27FC236}">
                <a16:creationId xmlns:a16="http://schemas.microsoft.com/office/drawing/2014/main" id="{DCE5F655-8EDC-706C-50BB-B40E7A67EA5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2769674">
            <a:off x="-1179929" y="3994908"/>
            <a:ext cx="914400" cy="914400"/>
          </a:xfrm>
          <a:prstGeom prst="rect">
            <a:avLst/>
          </a:prstGeom>
        </p:spPr>
      </p:pic>
      <p:pic>
        <p:nvPicPr>
          <p:cNvPr id="20" name="Graphique 19" descr="Lapin avec un remplissage uni">
            <a:extLst>
              <a:ext uri="{FF2B5EF4-FFF2-40B4-BE49-F238E27FC236}">
                <a16:creationId xmlns:a16="http://schemas.microsoft.com/office/drawing/2014/main" id="{6EDA1E11-0FD1-9A8A-C822-BBD1C82C75E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72155" y="4595813"/>
            <a:ext cx="1397380" cy="1397380"/>
          </a:xfrm>
          <a:prstGeom prst="rect">
            <a:avLst/>
          </a:prstGeom>
        </p:spPr>
      </p:pic>
      <p:sp>
        <p:nvSpPr>
          <p:cNvPr id="21" name="ZoneTexte 20">
            <a:extLst>
              <a:ext uri="{FF2B5EF4-FFF2-40B4-BE49-F238E27FC236}">
                <a16:creationId xmlns:a16="http://schemas.microsoft.com/office/drawing/2014/main" id="{99753194-DB55-27A6-ED43-696DFA60579D}"/>
              </a:ext>
            </a:extLst>
          </p:cNvPr>
          <p:cNvSpPr txBox="1"/>
          <p:nvPr/>
        </p:nvSpPr>
        <p:spPr>
          <a:xfrm>
            <a:off x="10475118" y="6335037"/>
            <a:ext cx="1716882" cy="461665"/>
          </a:xfrm>
          <a:prstGeom prst="rect">
            <a:avLst/>
          </a:prstGeom>
          <a:noFill/>
        </p:spPr>
        <p:txBody>
          <a:bodyPr wrap="square" rtlCol="0">
            <a:spAutoFit/>
          </a:bodyPr>
          <a:lstStyle/>
          <a:p>
            <a:pPr algn="r"/>
            <a:r>
              <a:rPr lang="fr-FR" sz="2400" b="1" noProof="0"/>
              <a:t>7/11</a:t>
            </a:r>
          </a:p>
        </p:txBody>
      </p:sp>
      <p:pic>
        <p:nvPicPr>
          <p:cNvPr id="2" name="Image 1">
            <a:extLst>
              <a:ext uri="{FF2B5EF4-FFF2-40B4-BE49-F238E27FC236}">
                <a16:creationId xmlns:a16="http://schemas.microsoft.com/office/drawing/2014/main" id="{9C6A9CEF-0DDE-5522-02F1-E5E42179657B}"/>
              </a:ext>
            </a:extLst>
          </p:cNvPr>
          <p:cNvPicPr>
            <a:picLocks noChangeAspect="1"/>
          </p:cNvPicPr>
          <p:nvPr/>
        </p:nvPicPr>
        <p:blipFill>
          <a:blip r:embed="rId7"/>
          <a:stretch>
            <a:fillRect/>
          </a:stretch>
        </p:blipFill>
        <p:spPr>
          <a:xfrm rot="19105354" flipH="1">
            <a:off x="12876154" y="4194034"/>
            <a:ext cx="1397381" cy="1397381"/>
          </a:xfrm>
          <a:prstGeom prst="rect">
            <a:avLst/>
          </a:prstGeom>
        </p:spPr>
      </p:pic>
      <p:pic>
        <p:nvPicPr>
          <p:cNvPr id="3" name="Graphique 2" descr="Fleur avec un remplissage uni">
            <a:extLst>
              <a:ext uri="{FF2B5EF4-FFF2-40B4-BE49-F238E27FC236}">
                <a16:creationId xmlns:a16="http://schemas.microsoft.com/office/drawing/2014/main" id="{95C95E4D-889E-725F-0104-08ED7BD5AFA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rot="697522">
            <a:off x="8731555" y="5515292"/>
            <a:ext cx="914400" cy="914400"/>
          </a:xfrm>
          <a:prstGeom prst="rect">
            <a:avLst/>
          </a:prstGeom>
        </p:spPr>
      </p:pic>
      <p:pic>
        <p:nvPicPr>
          <p:cNvPr id="4" name="Graphique 3" descr="Rose avec un remplissage uni">
            <a:extLst>
              <a:ext uri="{FF2B5EF4-FFF2-40B4-BE49-F238E27FC236}">
                <a16:creationId xmlns:a16="http://schemas.microsoft.com/office/drawing/2014/main" id="{02BAF0ED-6973-B142-3EB6-2E5DD634465C}"/>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7621" y="4927937"/>
            <a:ext cx="914400" cy="914400"/>
          </a:xfrm>
          <a:prstGeom prst="rect">
            <a:avLst/>
          </a:prstGeom>
        </p:spPr>
      </p:pic>
    </p:spTree>
    <p:extLst>
      <p:ext uri="{BB962C8B-B14F-4D97-AF65-F5344CB8AC3E}">
        <p14:creationId xmlns:p14="http://schemas.microsoft.com/office/powerpoint/2010/main" val="35687361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39AFB-19C8-C934-97A2-2CD00C9AE86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CC0368A4-D21F-EDBA-4FC4-77CE092B65E3}"/>
              </a:ext>
            </a:extLst>
          </p:cNvPr>
          <p:cNvSpPr/>
          <p:nvPr/>
        </p:nvSpPr>
        <p:spPr>
          <a:xfrm>
            <a:off x="1262328" y="-246275"/>
            <a:ext cx="672860" cy="7104275"/>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8" name="Rectangle 7">
            <a:extLst>
              <a:ext uri="{FF2B5EF4-FFF2-40B4-BE49-F238E27FC236}">
                <a16:creationId xmlns:a16="http://schemas.microsoft.com/office/drawing/2014/main" id="{0305FD9B-C2F8-6C98-6B79-B646EEC5AA63}"/>
              </a:ext>
            </a:extLst>
          </p:cNvPr>
          <p:cNvSpPr/>
          <p:nvPr/>
        </p:nvSpPr>
        <p:spPr>
          <a:xfrm>
            <a:off x="10473187" y="2994806"/>
            <a:ext cx="672860" cy="3955211"/>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9" name="Rectangle 8">
            <a:extLst>
              <a:ext uri="{FF2B5EF4-FFF2-40B4-BE49-F238E27FC236}">
                <a16:creationId xmlns:a16="http://schemas.microsoft.com/office/drawing/2014/main" id="{5CF91EFA-37FA-BD2F-A063-F4160AF23716}"/>
              </a:ext>
            </a:extLst>
          </p:cNvPr>
          <p:cNvSpPr/>
          <p:nvPr/>
        </p:nvSpPr>
        <p:spPr>
          <a:xfrm>
            <a:off x="8855734" y="1682153"/>
            <a:ext cx="3907766" cy="174684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6" name="Rectangle 5">
            <a:extLst>
              <a:ext uri="{FF2B5EF4-FFF2-40B4-BE49-F238E27FC236}">
                <a16:creationId xmlns:a16="http://schemas.microsoft.com/office/drawing/2014/main" id="{C9511F0D-C3E7-09D4-DDF8-F8C027194127}"/>
              </a:ext>
            </a:extLst>
          </p:cNvPr>
          <p:cNvSpPr/>
          <p:nvPr/>
        </p:nvSpPr>
        <p:spPr>
          <a:xfrm>
            <a:off x="-1733549" y="5762626"/>
            <a:ext cx="7677510"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7" name="Triangle rectangle 6">
            <a:extLst>
              <a:ext uri="{FF2B5EF4-FFF2-40B4-BE49-F238E27FC236}">
                <a16:creationId xmlns:a16="http://schemas.microsoft.com/office/drawing/2014/main" id="{9327D7C1-EF1A-3F3E-F11B-A4171890591D}"/>
              </a:ext>
            </a:extLst>
          </p:cNvPr>
          <p:cNvSpPr/>
          <p:nvPr/>
        </p:nvSpPr>
        <p:spPr>
          <a:xfrm>
            <a:off x="5943960" y="5762626"/>
            <a:ext cx="9143640" cy="1606488"/>
          </a:xfrm>
          <a:prstGeom prst="r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1" name="ZoneTexte 10">
            <a:extLst>
              <a:ext uri="{FF2B5EF4-FFF2-40B4-BE49-F238E27FC236}">
                <a16:creationId xmlns:a16="http://schemas.microsoft.com/office/drawing/2014/main" id="{D2BAC0C6-4F07-ED64-5C68-F43754DEDDFF}"/>
              </a:ext>
            </a:extLst>
          </p:cNvPr>
          <p:cNvSpPr txBox="1"/>
          <p:nvPr/>
        </p:nvSpPr>
        <p:spPr>
          <a:xfrm>
            <a:off x="0" y="5842337"/>
            <a:ext cx="2252924" cy="1015663"/>
          </a:xfrm>
          <a:prstGeom prst="rect">
            <a:avLst/>
          </a:prstGeom>
          <a:noFill/>
        </p:spPr>
        <p:txBody>
          <a:bodyPr wrap="none" rtlCol="0">
            <a:spAutoFit/>
          </a:bodyPr>
          <a:lstStyle/>
          <a:p>
            <a:r>
              <a:rPr lang="fr-FR" sz="2000" b="1" noProof="0"/>
              <a:t>Noah </a:t>
            </a:r>
            <a:r>
              <a:rPr lang="fr-FR" sz="2000" b="1" noProof="0" err="1"/>
              <a:t>Laghlali</a:t>
            </a:r>
            <a:br>
              <a:rPr lang="fr-FR" sz="2000" b="1" noProof="0"/>
            </a:br>
            <a:r>
              <a:rPr lang="fr-FR" sz="2000" b="1" noProof="0"/>
              <a:t>Emma </a:t>
            </a:r>
            <a:r>
              <a:rPr lang="fr-FR" sz="2000" b="1" noProof="0" err="1"/>
              <a:t>Klingler</a:t>
            </a:r>
            <a:br>
              <a:rPr lang="fr-FR" sz="2000" b="1" noProof="0"/>
            </a:br>
            <a:r>
              <a:rPr lang="fr-FR" sz="2000" b="1" noProof="0"/>
              <a:t>Hugo Rochedreux</a:t>
            </a:r>
          </a:p>
        </p:txBody>
      </p:sp>
      <p:sp>
        <p:nvSpPr>
          <p:cNvPr id="12" name="ZoneTexte 11">
            <a:extLst>
              <a:ext uri="{FF2B5EF4-FFF2-40B4-BE49-F238E27FC236}">
                <a16:creationId xmlns:a16="http://schemas.microsoft.com/office/drawing/2014/main" id="{6383A56A-39D7-48CD-FF3A-47C41E7DA8A6}"/>
              </a:ext>
            </a:extLst>
          </p:cNvPr>
          <p:cNvSpPr txBox="1"/>
          <p:nvPr/>
        </p:nvSpPr>
        <p:spPr>
          <a:xfrm>
            <a:off x="3409782" y="1852735"/>
            <a:ext cx="3647152" cy="1015663"/>
          </a:xfrm>
          <a:prstGeom prst="rect">
            <a:avLst/>
          </a:prstGeom>
          <a:noFill/>
        </p:spPr>
        <p:txBody>
          <a:bodyPr wrap="none" rtlCol="0">
            <a:spAutoFit/>
          </a:bodyPr>
          <a:lstStyle/>
          <a:p>
            <a:r>
              <a:rPr lang="fr-FR" sz="6000" b="1" noProof="0"/>
              <a:t>The Silent</a:t>
            </a:r>
          </a:p>
        </p:txBody>
      </p:sp>
      <p:sp>
        <p:nvSpPr>
          <p:cNvPr id="13" name="ZoneTexte 12">
            <a:extLst>
              <a:ext uri="{FF2B5EF4-FFF2-40B4-BE49-F238E27FC236}">
                <a16:creationId xmlns:a16="http://schemas.microsoft.com/office/drawing/2014/main" id="{09AC546B-3004-9835-75DE-A295625F1765}"/>
              </a:ext>
            </a:extLst>
          </p:cNvPr>
          <p:cNvSpPr txBox="1"/>
          <p:nvPr/>
        </p:nvSpPr>
        <p:spPr>
          <a:xfrm>
            <a:off x="5575829" y="2642886"/>
            <a:ext cx="1912703" cy="1015663"/>
          </a:xfrm>
          <a:prstGeom prst="rect">
            <a:avLst/>
          </a:prstGeom>
          <a:noFill/>
        </p:spPr>
        <p:txBody>
          <a:bodyPr wrap="none" rtlCol="0">
            <a:spAutoFit/>
          </a:bodyPr>
          <a:lstStyle/>
          <a:p>
            <a:r>
              <a:rPr lang="fr-FR" sz="6000" b="1" noProof="0"/>
              <a:t>Hunt</a:t>
            </a:r>
          </a:p>
        </p:txBody>
      </p:sp>
      <p:sp>
        <p:nvSpPr>
          <p:cNvPr id="14" name="Rectangle 13">
            <a:extLst>
              <a:ext uri="{FF2B5EF4-FFF2-40B4-BE49-F238E27FC236}">
                <a16:creationId xmlns:a16="http://schemas.microsoft.com/office/drawing/2014/main" id="{73AC88BD-CC9B-A400-43D7-879A87DA9A9B}"/>
              </a:ext>
            </a:extLst>
          </p:cNvPr>
          <p:cNvSpPr/>
          <p:nvPr/>
        </p:nvSpPr>
        <p:spPr>
          <a:xfrm flipV="1">
            <a:off x="4184073" y="3600026"/>
            <a:ext cx="2783511" cy="58523"/>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5" name="ZoneTexte 14">
            <a:extLst>
              <a:ext uri="{FF2B5EF4-FFF2-40B4-BE49-F238E27FC236}">
                <a16:creationId xmlns:a16="http://schemas.microsoft.com/office/drawing/2014/main" id="{D55610CC-B877-73C2-2D77-943C068D5DA5}"/>
              </a:ext>
            </a:extLst>
          </p:cNvPr>
          <p:cNvSpPr txBox="1"/>
          <p:nvPr/>
        </p:nvSpPr>
        <p:spPr>
          <a:xfrm>
            <a:off x="0" y="0"/>
            <a:ext cx="1143910" cy="400110"/>
          </a:xfrm>
          <a:prstGeom prst="rect">
            <a:avLst/>
          </a:prstGeom>
          <a:noFill/>
        </p:spPr>
        <p:txBody>
          <a:bodyPr wrap="square" rtlCol="0">
            <a:spAutoFit/>
          </a:bodyPr>
          <a:lstStyle/>
          <a:p>
            <a:r>
              <a:rPr lang="fr-FR" sz="2000" b="1" noProof="0"/>
              <a:t>RA-IL2</a:t>
            </a:r>
          </a:p>
        </p:txBody>
      </p:sp>
      <p:sp>
        <p:nvSpPr>
          <p:cNvPr id="16" name="ZoneTexte 15">
            <a:extLst>
              <a:ext uri="{FF2B5EF4-FFF2-40B4-BE49-F238E27FC236}">
                <a16:creationId xmlns:a16="http://schemas.microsoft.com/office/drawing/2014/main" id="{B3895278-EE17-2689-9EF8-E32794983D09}"/>
              </a:ext>
            </a:extLst>
          </p:cNvPr>
          <p:cNvSpPr txBox="1"/>
          <p:nvPr/>
        </p:nvSpPr>
        <p:spPr>
          <a:xfrm>
            <a:off x="8943975" y="0"/>
            <a:ext cx="3248025" cy="461665"/>
          </a:xfrm>
          <a:prstGeom prst="rect">
            <a:avLst/>
          </a:prstGeom>
          <a:noFill/>
        </p:spPr>
        <p:txBody>
          <a:bodyPr wrap="square" rtlCol="0">
            <a:spAutoFit/>
          </a:bodyPr>
          <a:lstStyle/>
          <a:p>
            <a:pPr algn="r"/>
            <a:r>
              <a:rPr lang="fr-FR" sz="2400" b="1" noProof="0"/>
              <a:t>Projet Tutoré</a:t>
            </a:r>
          </a:p>
        </p:txBody>
      </p:sp>
      <p:pic>
        <p:nvPicPr>
          <p:cNvPr id="18" name="Graphique 17" descr="Papillon avec un remplissage uni">
            <a:extLst>
              <a:ext uri="{FF2B5EF4-FFF2-40B4-BE49-F238E27FC236}">
                <a16:creationId xmlns:a16="http://schemas.microsoft.com/office/drawing/2014/main" id="{54F2C892-25F3-58D8-CE2C-51CDA6F5B50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2769674">
            <a:off x="7677777" y="189245"/>
            <a:ext cx="914400" cy="914400"/>
          </a:xfrm>
          <a:prstGeom prst="rect">
            <a:avLst/>
          </a:prstGeom>
        </p:spPr>
      </p:pic>
      <p:pic>
        <p:nvPicPr>
          <p:cNvPr id="20" name="Graphique 19" descr="Lapin avec un remplissage uni">
            <a:extLst>
              <a:ext uri="{FF2B5EF4-FFF2-40B4-BE49-F238E27FC236}">
                <a16:creationId xmlns:a16="http://schemas.microsoft.com/office/drawing/2014/main" id="{7D2F96E7-79DB-94FA-B96D-F1791DF3F34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43504" y="4595813"/>
            <a:ext cx="1397380" cy="1397380"/>
          </a:xfrm>
          <a:prstGeom prst="rect">
            <a:avLst/>
          </a:prstGeom>
        </p:spPr>
      </p:pic>
      <p:sp>
        <p:nvSpPr>
          <p:cNvPr id="21" name="ZoneTexte 20">
            <a:extLst>
              <a:ext uri="{FF2B5EF4-FFF2-40B4-BE49-F238E27FC236}">
                <a16:creationId xmlns:a16="http://schemas.microsoft.com/office/drawing/2014/main" id="{C1479C72-0278-AA93-5D96-80B563BBDDA3}"/>
              </a:ext>
            </a:extLst>
          </p:cNvPr>
          <p:cNvSpPr txBox="1"/>
          <p:nvPr/>
        </p:nvSpPr>
        <p:spPr>
          <a:xfrm>
            <a:off x="10475118" y="6335037"/>
            <a:ext cx="1716882" cy="461665"/>
          </a:xfrm>
          <a:prstGeom prst="rect">
            <a:avLst/>
          </a:prstGeom>
          <a:noFill/>
        </p:spPr>
        <p:txBody>
          <a:bodyPr wrap="square" rtlCol="0">
            <a:spAutoFit/>
          </a:bodyPr>
          <a:lstStyle/>
          <a:p>
            <a:pPr algn="r"/>
            <a:r>
              <a:rPr lang="fr-FR" sz="2400" b="1" noProof="0"/>
              <a:t>7/11</a:t>
            </a:r>
          </a:p>
        </p:txBody>
      </p:sp>
      <p:pic>
        <p:nvPicPr>
          <p:cNvPr id="3" name="Image 2">
            <a:extLst>
              <a:ext uri="{FF2B5EF4-FFF2-40B4-BE49-F238E27FC236}">
                <a16:creationId xmlns:a16="http://schemas.microsoft.com/office/drawing/2014/main" id="{7E8DA32F-133A-DEE9-A3C9-0EE908211FF5}"/>
              </a:ext>
            </a:extLst>
          </p:cNvPr>
          <p:cNvPicPr>
            <a:picLocks noChangeAspect="1"/>
          </p:cNvPicPr>
          <p:nvPr/>
        </p:nvPicPr>
        <p:blipFill>
          <a:blip r:embed="rId6"/>
          <a:stretch>
            <a:fillRect/>
          </a:stretch>
        </p:blipFill>
        <p:spPr>
          <a:xfrm rot="19105354" flipH="1">
            <a:off x="11491237" y="4194034"/>
            <a:ext cx="1397381" cy="1397381"/>
          </a:xfrm>
          <a:prstGeom prst="rect">
            <a:avLst/>
          </a:prstGeom>
        </p:spPr>
      </p:pic>
      <p:pic>
        <p:nvPicPr>
          <p:cNvPr id="17" name="Graphique 16" descr="Fleur avec un remplissage uni">
            <a:extLst>
              <a:ext uri="{FF2B5EF4-FFF2-40B4-BE49-F238E27FC236}">
                <a16:creationId xmlns:a16="http://schemas.microsoft.com/office/drawing/2014/main" id="{1C65D4E6-A3D0-1414-7F0C-5DF454EF96A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rot="697522">
            <a:off x="8731555" y="5515292"/>
            <a:ext cx="914400" cy="914400"/>
          </a:xfrm>
          <a:prstGeom prst="rect">
            <a:avLst/>
          </a:prstGeom>
        </p:spPr>
      </p:pic>
      <p:pic>
        <p:nvPicPr>
          <p:cNvPr id="19" name="Graphique 18" descr="Rose avec un remplissage uni">
            <a:extLst>
              <a:ext uri="{FF2B5EF4-FFF2-40B4-BE49-F238E27FC236}">
                <a16:creationId xmlns:a16="http://schemas.microsoft.com/office/drawing/2014/main" id="{D220FEEA-7260-3199-35BC-D5C857689E90}"/>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7621" y="4927937"/>
            <a:ext cx="914400" cy="914400"/>
          </a:xfrm>
          <a:prstGeom prst="rect">
            <a:avLst/>
          </a:prstGeom>
        </p:spPr>
      </p:pic>
    </p:spTree>
    <p:extLst>
      <p:ext uri="{BB962C8B-B14F-4D97-AF65-F5344CB8AC3E}">
        <p14:creationId xmlns:p14="http://schemas.microsoft.com/office/powerpoint/2010/main" val="390884558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3D2F80C-09B8-9A2B-4889-B87586DE0FC4}"/>
              </a:ext>
            </a:extLst>
          </p:cNvPr>
          <p:cNvSpPr/>
          <p:nvPr/>
        </p:nvSpPr>
        <p:spPr>
          <a:xfrm>
            <a:off x="9103101" y="1349092"/>
            <a:ext cx="672860" cy="5483524"/>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7" name="Rectangle 6">
            <a:extLst>
              <a:ext uri="{FF2B5EF4-FFF2-40B4-BE49-F238E27FC236}">
                <a16:creationId xmlns:a16="http://schemas.microsoft.com/office/drawing/2014/main" id="{B0FC29CB-1CC0-68FA-736C-256F15FCC8DA}"/>
              </a:ext>
            </a:extLst>
          </p:cNvPr>
          <p:cNvSpPr/>
          <p:nvPr/>
        </p:nvSpPr>
        <p:spPr>
          <a:xfrm>
            <a:off x="7485647" y="3591959"/>
            <a:ext cx="3907766"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8" name="Rectangle 7">
            <a:extLst>
              <a:ext uri="{FF2B5EF4-FFF2-40B4-BE49-F238E27FC236}">
                <a16:creationId xmlns:a16="http://schemas.microsoft.com/office/drawing/2014/main" id="{7150B612-9F9C-0C1A-295A-26C85D483DB8}"/>
              </a:ext>
            </a:extLst>
          </p:cNvPr>
          <p:cNvSpPr/>
          <p:nvPr/>
        </p:nvSpPr>
        <p:spPr>
          <a:xfrm>
            <a:off x="7858696" y="1543186"/>
            <a:ext cx="3121683"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9" name="Rectangle 8">
            <a:extLst>
              <a:ext uri="{FF2B5EF4-FFF2-40B4-BE49-F238E27FC236}">
                <a16:creationId xmlns:a16="http://schemas.microsoft.com/office/drawing/2014/main" id="{B06DABB0-4198-403C-BB62-3B2A061EBD13}"/>
              </a:ext>
            </a:extLst>
          </p:cNvPr>
          <p:cNvSpPr/>
          <p:nvPr/>
        </p:nvSpPr>
        <p:spPr>
          <a:xfrm>
            <a:off x="7646224" y="2579794"/>
            <a:ext cx="3586612"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0" name="Rectangle 9">
            <a:extLst>
              <a:ext uri="{FF2B5EF4-FFF2-40B4-BE49-F238E27FC236}">
                <a16:creationId xmlns:a16="http://schemas.microsoft.com/office/drawing/2014/main" id="{03B5AA9A-6394-274C-15C6-A047EB25FE66}"/>
              </a:ext>
            </a:extLst>
          </p:cNvPr>
          <p:cNvSpPr/>
          <p:nvPr/>
        </p:nvSpPr>
        <p:spPr>
          <a:xfrm>
            <a:off x="8254635" y="788374"/>
            <a:ext cx="2369790" cy="560718"/>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3" name="Rectangle 2">
            <a:extLst>
              <a:ext uri="{FF2B5EF4-FFF2-40B4-BE49-F238E27FC236}">
                <a16:creationId xmlns:a16="http://schemas.microsoft.com/office/drawing/2014/main" id="{C4155022-8232-E18E-89F5-4E626CACC9E1}"/>
              </a:ext>
            </a:extLst>
          </p:cNvPr>
          <p:cNvSpPr/>
          <p:nvPr/>
        </p:nvSpPr>
        <p:spPr>
          <a:xfrm>
            <a:off x="5815305" y="581272"/>
            <a:ext cx="672860" cy="5483524"/>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Rectangle 3">
            <a:extLst>
              <a:ext uri="{FF2B5EF4-FFF2-40B4-BE49-F238E27FC236}">
                <a16:creationId xmlns:a16="http://schemas.microsoft.com/office/drawing/2014/main" id="{647C4998-5F12-25A5-5443-38486E325137}"/>
              </a:ext>
            </a:extLst>
          </p:cNvPr>
          <p:cNvSpPr/>
          <p:nvPr/>
        </p:nvSpPr>
        <p:spPr>
          <a:xfrm>
            <a:off x="4197852" y="-731381"/>
            <a:ext cx="3907766" cy="174684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7" name="Rectangle 26">
            <a:extLst>
              <a:ext uri="{FF2B5EF4-FFF2-40B4-BE49-F238E27FC236}">
                <a16:creationId xmlns:a16="http://schemas.microsoft.com/office/drawing/2014/main" id="{2D548544-A6A8-7B77-AB41-18306E8B4263}"/>
              </a:ext>
            </a:extLst>
          </p:cNvPr>
          <p:cNvSpPr/>
          <p:nvPr/>
        </p:nvSpPr>
        <p:spPr>
          <a:xfrm>
            <a:off x="10720553" y="1557524"/>
            <a:ext cx="672860" cy="5727196"/>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8" name="Rectangle 27">
            <a:extLst>
              <a:ext uri="{FF2B5EF4-FFF2-40B4-BE49-F238E27FC236}">
                <a16:creationId xmlns:a16="http://schemas.microsoft.com/office/drawing/2014/main" id="{755F3224-2047-A61C-79A6-D256E9344986}"/>
              </a:ext>
            </a:extLst>
          </p:cNvPr>
          <p:cNvSpPr/>
          <p:nvPr/>
        </p:nvSpPr>
        <p:spPr>
          <a:xfrm>
            <a:off x="9103100" y="244871"/>
            <a:ext cx="3907766" cy="1746847"/>
          </a:xfrm>
          <a:prstGeom prst="rect">
            <a:avLst/>
          </a:prstGeom>
          <a:solidFill>
            <a:srgbClr val="A11D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4" name="Rectangle 23">
            <a:extLst>
              <a:ext uri="{FF2B5EF4-FFF2-40B4-BE49-F238E27FC236}">
                <a16:creationId xmlns:a16="http://schemas.microsoft.com/office/drawing/2014/main" id="{1FFF5BD8-B127-18B7-B86A-B8B6D90095C5}"/>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5" name="ZoneTexte 24">
            <a:extLst>
              <a:ext uri="{FF2B5EF4-FFF2-40B4-BE49-F238E27FC236}">
                <a16:creationId xmlns:a16="http://schemas.microsoft.com/office/drawing/2014/main" id="{0C3A8C2B-0D49-6030-1A8D-87D2C3B44513}"/>
              </a:ext>
            </a:extLst>
          </p:cNvPr>
          <p:cNvSpPr txBox="1"/>
          <p:nvPr/>
        </p:nvSpPr>
        <p:spPr>
          <a:xfrm>
            <a:off x="159799" y="1171941"/>
            <a:ext cx="8730201" cy="3970318"/>
          </a:xfrm>
          <a:prstGeom prst="rect">
            <a:avLst/>
          </a:prstGeom>
          <a:noFill/>
        </p:spPr>
        <p:txBody>
          <a:bodyPr wrap="square" rtlCol="0">
            <a:spAutoFit/>
          </a:bodyPr>
          <a:lstStyle/>
          <a:p>
            <a:r>
              <a:rPr lang="fr-FR" sz="2800" b="1"/>
              <a:t>1 – Intérêt  et concept</a:t>
            </a:r>
            <a:br>
              <a:rPr lang="fr-FR" sz="2800" b="1"/>
            </a:br>
            <a:r>
              <a:rPr lang="fr-FR" sz="2800" b="1"/>
              <a:t>2 – Cas d’utilisation</a:t>
            </a:r>
            <a:br>
              <a:rPr lang="fr-FR" sz="2800" b="1"/>
            </a:br>
            <a:r>
              <a:rPr lang="fr-FR" sz="2800" b="1"/>
              <a:t>3 – Fonctionnalités</a:t>
            </a:r>
            <a:br>
              <a:rPr lang="fr-FR" sz="2800" b="1"/>
            </a:br>
            <a:r>
              <a:rPr lang="fr-FR" sz="2800" b="1"/>
              <a:t>4 – Vision globale</a:t>
            </a:r>
            <a:br>
              <a:rPr lang="fr-FR" sz="2800" b="1"/>
            </a:br>
            <a:r>
              <a:rPr lang="fr-FR" sz="2800" b="1"/>
              <a:t>5 – Structure </a:t>
            </a:r>
            <a:r>
              <a:rPr lang="fr-FR" sz="2800" b="1" strike="sngStrike"/>
              <a:t>FSM</a:t>
            </a:r>
            <a:r>
              <a:rPr lang="fr-FR" sz="2800" b="1"/>
              <a:t> BT</a:t>
            </a:r>
            <a:br>
              <a:rPr lang="fr-FR" sz="2800" b="1"/>
            </a:br>
            <a:r>
              <a:rPr lang="fr-FR" sz="2800" b="1"/>
              <a:t>6 – Technologie et outils</a:t>
            </a:r>
            <a:br>
              <a:rPr lang="fr-FR" sz="2800" b="1"/>
            </a:br>
            <a:r>
              <a:rPr lang="fr-FR" sz="2800" b="1"/>
              <a:t>7 – Risques et solutions</a:t>
            </a:r>
            <a:br>
              <a:rPr lang="fr-FR" sz="2800" b="1"/>
            </a:br>
            <a:r>
              <a:rPr lang="fr-FR" sz="2800" b="1"/>
              <a:t>8 – Planning</a:t>
            </a:r>
            <a:br>
              <a:rPr lang="fr-FR" sz="2800" b="1"/>
            </a:br>
            <a:r>
              <a:rPr lang="fr-FR" sz="2800" b="1"/>
              <a:t>9 – Itération 1</a:t>
            </a:r>
          </a:p>
        </p:txBody>
      </p:sp>
      <p:sp>
        <p:nvSpPr>
          <p:cNvPr id="26" name="ZoneTexte 25">
            <a:extLst>
              <a:ext uri="{FF2B5EF4-FFF2-40B4-BE49-F238E27FC236}">
                <a16:creationId xmlns:a16="http://schemas.microsoft.com/office/drawing/2014/main" id="{5C15852A-CF56-4723-4528-BC07DF18B960}"/>
              </a:ext>
            </a:extLst>
          </p:cNvPr>
          <p:cNvSpPr txBox="1"/>
          <p:nvPr/>
        </p:nvSpPr>
        <p:spPr>
          <a:xfrm>
            <a:off x="11829142" y="6335037"/>
            <a:ext cx="362857" cy="461665"/>
          </a:xfrm>
          <a:prstGeom prst="rect">
            <a:avLst/>
          </a:prstGeom>
          <a:noFill/>
        </p:spPr>
        <p:txBody>
          <a:bodyPr wrap="square" rtlCol="0">
            <a:spAutoFit/>
          </a:bodyPr>
          <a:lstStyle/>
          <a:p>
            <a:pPr algn="r"/>
            <a:r>
              <a:rPr lang="fr-FR" sz="2400" b="1" noProof="0"/>
              <a:t>1</a:t>
            </a:r>
          </a:p>
        </p:txBody>
      </p:sp>
      <p:sp>
        <p:nvSpPr>
          <p:cNvPr id="2" name="ZoneTexte 1">
            <a:extLst>
              <a:ext uri="{FF2B5EF4-FFF2-40B4-BE49-F238E27FC236}">
                <a16:creationId xmlns:a16="http://schemas.microsoft.com/office/drawing/2014/main" id="{362F5883-396E-3EF3-E0CF-4D541FB73FA4}"/>
              </a:ext>
            </a:extLst>
          </p:cNvPr>
          <p:cNvSpPr txBox="1"/>
          <p:nvPr/>
        </p:nvSpPr>
        <p:spPr>
          <a:xfrm>
            <a:off x="159799" y="142043"/>
            <a:ext cx="2345129" cy="646331"/>
          </a:xfrm>
          <a:prstGeom prst="rect">
            <a:avLst/>
          </a:prstGeom>
          <a:noFill/>
        </p:spPr>
        <p:txBody>
          <a:bodyPr wrap="none" rtlCol="0">
            <a:spAutoFit/>
          </a:bodyPr>
          <a:lstStyle/>
          <a:p>
            <a:r>
              <a:rPr lang="fr-FR" sz="3600" b="1" noProof="0"/>
              <a:t>Sommaire</a:t>
            </a:r>
          </a:p>
        </p:txBody>
      </p:sp>
      <p:pic>
        <p:nvPicPr>
          <p:cNvPr id="19" name="Graphique 18" descr="Fleur avec un remplissage uni">
            <a:extLst>
              <a:ext uri="{FF2B5EF4-FFF2-40B4-BE49-F238E27FC236}">
                <a16:creationId xmlns:a16="http://schemas.microsoft.com/office/drawing/2014/main" id="{902FF28C-EFB0-B2F4-BA21-96CAB5238FC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64765" y="4951429"/>
            <a:ext cx="914400" cy="914400"/>
          </a:xfrm>
          <a:prstGeom prst="rect">
            <a:avLst/>
          </a:prstGeom>
        </p:spPr>
      </p:pic>
    </p:spTree>
    <p:extLst>
      <p:ext uri="{BB962C8B-B14F-4D97-AF65-F5344CB8AC3E}">
        <p14:creationId xmlns:p14="http://schemas.microsoft.com/office/powerpoint/2010/main" val="23515907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89053-69A2-ED4F-D1F6-C616BCB05CCC}"/>
            </a:ext>
          </a:extLst>
        </p:cNvPr>
        <p:cNvGrpSpPr/>
        <p:nvPr/>
      </p:nvGrpSpPr>
      <p:grpSpPr>
        <a:xfrm>
          <a:off x="0" y="0"/>
          <a:ext cx="0" cy="0"/>
          <a:chOff x="0" y="0"/>
          <a:chExt cx="0" cy="0"/>
        </a:xfrm>
      </p:grpSpPr>
      <p:sp>
        <p:nvSpPr>
          <p:cNvPr id="24" name="Rectangle 23">
            <a:extLst>
              <a:ext uri="{FF2B5EF4-FFF2-40B4-BE49-F238E27FC236}">
                <a16:creationId xmlns:a16="http://schemas.microsoft.com/office/drawing/2014/main" id="{E612CC2C-DAA6-8E05-80EA-E099657D87F8}"/>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A3EBA45B-DEEF-ACCC-01B3-16214FC43892}"/>
              </a:ext>
            </a:extLst>
          </p:cNvPr>
          <p:cNvSpPr txBox="1"/>
          <p:nvPr/>
        </p:nvSpPr>
        <p:spPr>
          <a:xfrm>
            <a:off x="11829142" y="6335037"/>
            <a:ext cx="362857" cy="461665"/>
          </a:xfrm>
          <a:prstGeom prst="rect">
            <a:avLst/>
          </a:prstGeom>
          <a:noFill/>
        </p:spPr>
        <p:txBody>
          <a:bodyPr wrap="square" rtlCol="0">
            <a:spAutoFit/>
          </a:bodyPr>
          <a:lstStyle/>
          <a:p>
            <a:pPr algn="r"/>
            <a:r>
              <a:rPr lang="fr-FR" sz="2400" b="1" noProof="0"/>
              <a:t>2</a:t>
            </a:r>
          </a:p>
        </p:txBody>
      </p:sp>
      <p:sp>
        <p:nvSpPr>
          <p:cNvPr id="8" name="ZoneTexte 7">
            <a:extLst>
              <a:ext uri="{FF2B5EF4-FFF2-40B4-BE49-F238E27FC236}">
                <a16:creationId xmlns:a16="http://schemas.microsoft.com/office/drawing/2014/main" id="{8D90725C-64BC-2BA8-A041-AAECC2559E84}"/>
              </a:ext>
            </a:extLst>
          </p:cNvPr>
          <p:cNvSpPr txBox="1"/>
          <p:nvPr/>
        </p:nvSpPr>
        <p:spPr>
          <a:xfrm>
            <a:off x="159799" y="142043"/>
            <a:ext cx="4024435" cy="646331"/>
          </a:xfrm>
          <a:prstGeom prst="rect">
            <a:avLst/>
          </a:prstGeom>
          <a:noFill/>
        </p:spPr>
        <p:txBody>
          <a:bodyPr wrap="none" rtlCol="0">
            <a:spAutoFit/>
          </a:bodyPr>
          <a:lstStyle/>
          <a:p>
            <a:r>
              <a:rPr lang="fr-FR" sz="3600" b="1"/>
              <a:t>Intérêt  et concept</a:t>
            </a:r>
            <a:endParaRPr lang="fr-FR" sz="3600" b="1" noProof="0"/>
          </a:p>
        </p:txBody>
      </p:sp>
      <p:sp>
        <p:nvSpPr>
          <p:cNvPr id="9" name="ZoneTexte 8">
            <a:extLst>
              <a:ext uri="{FF2B5EF4-FFF2-40B4-BE49-F238E27FC236}">
                <a16:creationId xmlns:a16="http://schemas.microsoft.com/office/drawing/2014/main" id="{BCC520C2-91C1-1F40-BF61-836DEC30DB00}"/>
              </a:ext>
            </a:extLst>
          </p:cNvPr>
          <p:cNvSpPr txBox="1"/>
          <p:nvPr/>
        </p:nvSpPr>
        <p:spPr>
          <a:xfrm>
            <a:off x="159799" y="1472312"/>
            <a:ext cx="4694170" cy="2677656"/>
          </a:xfrm>
          <a:prstGeom prst="rect">
            <a:avLst/>
          </a:prstGeom>
          <a:noFill/>
        </p:spPr>
        <p:txBody>
          <a:bodyPr wrap="none" rtlCol="0">
            <a:spAutoFit/>
          </a:bodyPr>
          <a:lstStyle/>
          <a:p>
            <a:endParaRPr lang="fr-FR" sz="2800" noProof="0"/>
          </a:p>
          <a:p>
            <a:pPr marL="285750" indent="-285750">
              <a:buFontTx/>
              <a:buChar char="-"/>
            </a:pPr>
            <a:r>
              <a:rPr lang="fr-FR" sz="2800" noProof="0"/>
              <a:t>Description de l’univers</a:t>
            </a:r>
          </a:p>
          <a:p>
            <a:pPr marL="285750" indent="-285750">
              <a:buFontTx/>
              <a:buChar char="-"/>
            </a:pPr>
            <a:endParaRPr lang="fr-FR" sz="2800" noProof="0"/>
          </a:p>
          <a:p>
            <a:pPr marL="285750" indent="-285750">
              <a:buFontTx/>
              <a:buChar char="-"/>
            </a:pPr>
            <a:r>
              <a:rPr lang="fr-FR" sz="2800" noProof="0"/>
              <a:t>Vision globale du gameplay</a:t>
            </a:r>
          </a:p>
          <a:p>
            <a:pPr marL="285750" indent="-285750">
              <a:buFontTx/>
              <a:buChar char="-"/>
            </a:pPr>
            <a:endParaRPr lang="fr-FR" sz="2800" noProof="0"/>
          </a:p>
          <a:p>
            <a:pPr marL="285750" indent="-285750">
              <a:buFontTx/>
              <a:buChar char="-"/>
            </a:pPr>
            <a:r>
              <a:rPr lang="fr-FR" sz="2800" noProof="0"/>
              <a:t>Objectifs Joueurs/IA</a:t>
            </a:r>
          </a:p>
        </p:txBody>
      </p:sp>
      <p:pic>
        <p:nvPicPr>
          <p:cNvPr id="11" name="Image 10">
            <a:extLst>
              <a:ext uri="{FF2B5EF4-FFF2-40B4-BE49-F238E27FC236}">
                <a16:creationId xmlns:a16="http://schemas.microsoft.com/office/drawing/2014/main" id="{AA7E5FF6-E8CE-FAEE-9714-147D328528D7}"/>
              </a:ext>
            </a:extLst>
          </p:cNvPr>
          <p:cNvPicPr>
            <a:picLocks noChangeAspect="1"/>
          </p:cNvPicPr>
          <p:nvPr/>
        </p:nvPicPr>
        <p:blipFill>
          <a:blip r:embed="rId3"/>
          <a:stretch>
            <a:fillRect/>
          </a:stretch>
        </p:blipFill>
        <p:spPr>
          <a:xfrm>
            <a:off x="4993418" y="1185638"/>
            <a:ext cx="6991158" cy="3932816"/>
          </a:xfrm>
          <a:prstGeom prst="rect">
            <a:avLst/>
          </a:prstGeom>
          <a:effectLst>
            <a:softEdge rad="254000"/>
          </a:effectLst>
        </p:spPr>
      </p:pic>
      <p:pic>
        <p:nvPicPr>
          <p:cNvPr id="13" name="Image 12" descr="Une image contenant capture d’écran, obscurité, symbole&#10;&#10;Le contenu généré par l’IA peut être incorrect.">
            <a:extLst>
              <a:ext uri="{FF2B5EF4-FFF2-40B4-BE49-F238E27FC236}">
                <a16:creationId xmlns:a16="http://schemas.microsoft.com/office/drawing/2014/main" id="{7569E203-144A-7B93-5AC4-74E40DA5DA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33975" y="1360785"/>
            <a:ext cx="7586662" cy="4240750"/>
          </a:xfrm>
          <a:prstGeom prst="rect">
            <a:avLst/>
          </a:prstGeom>
        </p:spPr>
      </p:pic>
      <p:sp>
        <p:nvSpPr>
          <p:cNvPr id="14" name="ZoneTexte 13">
            <a:extLst>
              <a:ext uri="{FF2B5EF4-FFF2-40B4-BE49-F238E27FC236}">
                <a16:creationId xmlns:a16="http://schemas.microsoft.com/office/drawing/2014/main" id="{D0BE0184-546E-A9BD-CD46-4136B38B25C9}"/>
              </a:ext>
            </a:extLst>
          </p:cNvPr>
          <p:cNvSpPr txBox="1"/>
          <p:nvPr/>
        </p:nvSpPr>
        <p:spPr>
          <a:xfrm>
            <a:off x="10151551" y="4979954"/>
            <a:ext cx="1629966" cy="276999"/>
          </a:xfrm>
          <a:prstGeom prst="rect">
            <a:avLst/>
          </a:prstGeom>
          <a:noFill/>
        </p:spPr>
        <p:txBody>
          <a:bodyPr wrap="square" rtlCol="0">
            <a:spAutoFit/>
          </a:bodyPr>
          <a:lstStyle/>
          <a:p>
            <a:pPr algn="r"/>
            <a:r>
              <a:rPr lang="fr-FR" sz="1200" noProof="0"/>
              <a:t>Vue côté joueur</a:t>
            </a:r>
          </a:p>
        </p:txBody>
      </p:sp>
      <p:pic>
        <p:nvPicPr>
          <p:cNvPr id="15" name="Graphique 14" descr="Lapin avec un remplissage uni">
            <a:extLst>
              <a:ext uri="{FF2B5EF4-FFF2-40B4-BE49-F238E27FC236}">
                <a16:creationId xmlns:a16="http://schemas.microsoft.com/office/drawing/2014/main" id="{6EA7D0C3-1732-81E1-4E4F-5C79A59FEA7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0" y="4580855"/>
            <a:ext cx="1397380" cy="1397380"/>
          </a:xfrm>
          <a:prstGeom prst="rect">
            <a:avLst/>
          </a:prstGeom>
        </p:spPr>
      </p:pic>
      <p:sp>
        <p:nvSpPr>
          <p:cNvPr id="16" name="ZoneTexte 15">
            <a:extLst>
              <a:ext uri="{FF2B5EF4-FFF2-40B4-BE49-F238E27FC236}">
                <a16:creationId xmlns:a16="http://schemas.microsoft.com/office/drawing/2014/main" id="{DA645FF0-6D32-6623-B61F-6B0B91057186}"/>
              </a:ext>
            </a:extLst>
          </p:cNvPr>
          <p:cNvSpPr txBox="1"/>
          <p:nvPr/>
        </p:nvSpPr>
        <p:spPr>
          <a:xfrm>
            <a:off x="5133975" y="3780618"/>
            <a:ext cx="2609850" cy="1169551"/>
          </a:xfrm>
          <a:prstGeom prst="rect">
            <a:avLst/>
          </a:prstGeom>
          <a:noFill/>
          <a:ln w="6350">
            <a:solidFill>
              <a:srgbClr val="000000">
                <a:alpha val="69804"/>
              </a:srgbClr>
            </a:solidFill>
          </a:ln>
        </p:spPr>
        <p:txBody>
          <a:bodyPr wrap="square" rtlCol="0">
            <a:spAutoFit/>
          </a:bodyPr>
          <a:lstStyle/>
          <a:p>
            <a:r>
              <a:rPr lang="fr-FR" sz="1000" noProof="0" err="1">
                <a:solidFill>
                  <a:srgbClr val="FFC000"/>
                </a:solidFill>
              </a:rPr>
              <a:t>Cobap</a:t>
            </a:r>
            <a:r>
              <a:rPr lang="fr-FR" sz="1000" noProof="0">
                <a:solidFill>
                  <a:schemeClr val="bg1"/>
                </a:solidFill>
              </a:rPr>
              <a:t> - Je vais être le dernier en vie vous aller voir ;)</a:t>
            </a:r>
            <a:br>
              <a:rPr lang="fr-FR" sz="1000" noProof="0">
                <a:solidFill>
                  <a:schemeClr val="bg1"/>
                </a:solidFill>
              </a:rPr>
            </a:br>
            <a:r>
              <a:rPr lang="fr-FR" sz="1000" noProof="0" err="1">
                <a:solidFill>
                  <a:schemeClr val="accent4">
                    <a:lumMod val="75000"/>
                  </a:schemeClr>
                </a:solidFill>
              </a:rPr>
              <a:t>MrPichou</a:t>
            </a:r>
            <a:r>
              <a:rPr lang="fr-FR" sz="1000" noProof="0">
                <a:solidFill>
                  <a:schemeClr val="bg1"/>
                </a:solidFill>
              </a:rPr>
              <a:t> – Tu vas me servir de leurre c’est tout ce qu’il va se passer </a:t>
            </a:r>
          </a:p>
          <a:p>
            <a:endParaRPr lang="fr-FR" sz="1000" noProof="0">
              <a:solidFill>
                <a:schemeClr val="bg1"/>
              </a:solidFill>
            </a:endParaRPr>
          </a:p>
          <a:p>
            <a:endParaRPr lang="fr-FR" sz="1000" noProof="0">
              <a:solidFill>
                <a:schemeClr val="bg1"/>
              </a:solidFill>
            </a:endParaRPr>
          </a:p>
          <a:p>
            <a:endParaRPr lang="fr-FR" sz="1000" noProof="0">
              <a:solidFill>
                <a:schemeClr val="bg1"/>
              </a:solidFill>
            </a:endParaRPr>
          </a:p>
        </p:txBody>
      </p:sp>
      <p:sp>
        <p:nvSpPr>
          <p:cNvPr id="18" name="ZoneTexte 17">
            <a:extLst>
              <a:ext uri="{FF2B5EF4-FFF2-40B4-BE49-F238E27FC236}">
                <a16:creationId xmlns:a16="http://schemas.microsoft.com/office/drawing/2014/main" id="{C5D3237A-2F19-7D30-762D-E566B0408240}"/>
              </a:ext>
            </a:extLst>
          </p:cNvPr>
          <p:cNvSpPr txBox="1"/>
          <p:nvPr/>
        </p:nvSpPr>
        <p:spPr>
          <a:xfrm>
            <a:off x="5133975" y="4703948"/>
            <a:ext cx="2609850" cy="246221"/>
          </a:xfrm>
          <a:prstGeom prst="rect">
            <a:avLst/>
          </a:prstGeom>
          <a:solidFill>
            <a:srgbClr val="AEAEAE">
              <a:alpha val="50196"/>
            </a:srgbClr>
          </a:solidFill>
          <a:ln w="3175">
            <a:solidFill>
              <a:schemeClr val="tx1"/>
            </a:solidFill>
          </a:ln>
        </p:spPr>
        <p:txBody>
          <a:bodyPr wrap="square" rtlCol="0">
            <a:spAutoFit/>
          </a:bodyPr>
          <a:lstStyle/>
          <a:p>
            <a:r>
              <a:rPr lang="fr-FR" sz="1000" noProof="0"/>
              <a:t>Appuie sur / pour parler dans le chat</a:t>
            </a:r>
          </a:p>
        </p:txBody>
      </p:sp>
      <p:pic>
        <p:nvPicPr>
          <p:cNvPr id="3" name="Graphique 2" descr="Rose avec un remplissage uni">
            <a:extLst>
              <a:ext uri="{FF2B5EF4-FFF2-40B4-BE49-F238E27FC236}">
                <a16:creationId xmlns:a16="http://schemas.microsoft.com/office/drawing/2014/main" id="{E92A478B-9B47-91E7-5A71-937E2DFA02B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694351" y="4902795"/>
            <a:ext cx="914400" cy="914400"/>
          </a:xfrm>
          <a:prstGeom prst="rect">
            <a:avLst/>
          </a:prstGeom>
        </p:spPr>
      </p:pic>
    </p:spTree>
    <p:extLst>
      <p:ext uri="{BB962C8B-B14F-4D97-AF65-F5344CB8AC3E}">
        <p14:creationId xmlns:p14="http://schemas.microsoft.com/office/powerpoint/2010/main" val="14527778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9B3BE6-393B-8CC5-61EF-6A40F4F86C58}"/>
            </a:ext>
          </a:extLst>
        </p:cNvPr>
        <p:cNvGrpSpPr/>
        <p:nvPr/>
      </p:nvGrpSpPr>
      <p:grpSpPr>
        <a:xfrm>
          <a:off x="0" y="0"/>
          <a:ext cx="0" cy="0"/>
          <a:chOff x="0" y="0"/>
          <a:chExt cx="0" cy="0"/>
        </a:xfrm>
      </p:grpSpPr>
      <p:sp>
        <p:nvSpPr>
          <p:cNvPr id="24" name="Rectangle 23">
            <a:extLst>
              <a:ext uri="{FF2B5EF4-FFF2-40B4-BE49-F238E27FC236}">
                <a16:creationId xmlns:a16="http://schemas.microsoft.com/office/drawing/2014/main" id="{DCC7B36A-5A44-D3AA-09EA-05BDD0C22B06}"/>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E8BCA2EA-99B8-927E-6C03-36FF9A28DC8A}"/>
              </a:ext>
            </a:extLst>
          </p:cNvPr>
          <p:cNvSpPr txBox="1"/>
          <p:nvPr/>
        </p:nvSpPr>
        <p:spPr>
          <a:xfrm>
            <a:off x="11829142" y="6335037"/>
            <a:ext cx="362857" cy="461665"/>
          </a:xfrm>
          <a:prstGeom prst="rect">
            <a:avLst/>
          </a:prstGeom>
          <a:noFill/>
        </p:spPr>
        <p:txBody>
          <a:bodyPr wrap="square" rtlCol="0">
            <a:spAutoFit/>
          </a:bodyPr>
          <a:lstStyle/>
          <a:p>
            <a:pPr algn="r"/>
            <a:r>
              <a:rPr lang="fr-FR" sz="2400" b="1" noProof="0"/>
              <a:t>3</a:t>
            </a:r>
          </a:p>
        </p:txBody>
      </p:sp>
      <p:pic>
        <p:nvPicPr>
          <p:cNvPr id="1026" name="Picture 2">
            <a:extLst>
              <a:ext uri="{FF2B5EF4-FFF2-40B4-BE49-F238E27FC236}">
                <a16:creationId xmlns:a16="http://schemas.microsoft.com/office/drawing/2014/main" id="{193277C4-F1FF-15E8-F2BE-574E701DE9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50063" y="221758"/>
            <a:ext cx="9760905" cy="3096352"/>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5080D842-4613-CD76-4226-D3879D35EF00}"/>
              </a:ext>
            </a:extLst>
          </p:cNvPr>
          <p:cNvSpPr txBox="1"/>
          <p:nvPr/>
        </p:nvSpPr>
        <p:spPr>
          <a:xfrm>
            <a:off x="159799" y="142043"/>
            <a:ext cx="3612014" cy="646331"/>
          </a:xfrm>
          <a:prstGeom prst="rect">
            <a:avLst/>
          </a:prstGeom>
          <a:noFill/>
        </p:spPr>
        <p:txBody>
          <a:bodyPr wrap="none" rtlCol="0">
            <a:spAutoFit/>
          </a:bodyPr>
          <a:lstStyle/>
          <a:p>
            <a:pPr>
              <a:buNone/>
            </a:pPr>
            <a:r>
              <a:rPr lang="fr-FR" sz="3600" b="1" noProof="0"/>
              <a:t>Cas d’utilisation</a:t>
            </a:r>
          </a:p>
        </p:txBody>
      </p:sp>
      <p:pic>
        <p:nvPicPr>
          <p:cNvPr id="3" name="Image 2" descr="Une image contenant croquis, diagramme, blanc, ligne&#10;&#10;Le contenu généré par l’IA peut être incorrect.">
            <a:extLst>
              <a:ext uri="{FF2B5EF4-FFF2-40B4-BE49-F238E27FC236}">
                <a16:creationId xmlns:a16="http://schemas.microsoft.com/office/drawing/2014/main" id="{D8518AB5-F89B-05D0-8C40-631F5A28CF38}"/>
              </a:ext>
            </a:extLst>
          </p:cNvPr>
          <p:cNvPicPr>
            <a:picLocks noChangeAspect="1"/>
          </p:cNvPicPr>
          <p:nvPr/>
        </p:nvPicPr>
        <p:blipFill>
          <a:blip r:embed="rId3"/>
          <a:stretch>
            <a:fillRect/>
          </a:stretch>
        </p:blipFill>
        <p:spPr>
          <a:xfrm>
            <a:off x="-3216" y="3226818"/>
            <a:ext cx="12191920" cy="2286568"/>
          </a:xfrm>
          <a:prstGeom prst="rect">
            <a:avLst/>
          </a:prstGeom>
        </p:spPr>
      </p:pic>
    </p:spTree>
    <p:extLst>
      <p:ext uri="{BB962C8B-B14F-4D97-AF65-F5344CB8AC3E}">
        <p14:creationId xmlns:p14="http://schemas.microsoft.com/office/powerpoint/2010/main" val="20374552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1CC5F-401C-697C-E27A-02D508AE2962}"/>
            </a:ext>
          </a:extLst>
        </p:cNvPr>
        <p:cNvGrpSpPr/>
        <p:nvPr/>
      </p:nvGrpSpPr>
      <p:grpSpPr>
        <a:xfrm>
          <a:off x="0" y="0"/>
          <a:ext cx="0" cy="0"/>
          <a:chOff x="0" y="0"/>
          <a:chExt cx="0" cy="0"/>
        </a:xfrm>
      </p:grpSpPr>
      <p:sp>
        <p:nvSpPr>
          <p:cNvPr id="24" name="Rectangle 23">
            <a:extLst>
              <a:ext uri="{FF2B5EF4-FFF2-40B4-BE49-F238E27FC236}">
                <a16:creationId xmlns:a16="http://schemas.microsoft.com/office/drawing/2014/main" id="{681A4D9E-735B-1620-2B48-193E4511BFD7}"/>
              </a:ext>
            </a:extLst>
          </p:cNvPr>
          <p:cNvSpPr/>
          <p:nvPr/>
        </p:nvSpPr>
        <p:spPr>
          <a:xfrm>
            <a:off x="1000126" y="1142999"/>
            <a:ext cx="4610099" cy="5855357"/>
          </a:xfrm>
          <a:prstGeom prst="rect">
            <a:avLst/>
          </a:prstGeom>
          <a:solidFill>
            <a:srgbClr val="79D2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FFCE2253-BCC8-3B97-3ABC-5439008768AB}"/>
              </a:ext>
            </a:extLst>
          </p:cNvPr>
          <p:cNvSpPr txBox="1"/>
          <p:nvPr/>
        </p:nvSpPr>
        <p:spPr>
          <a:xfrm>
            <a:off x="11829142" y="6335037"/>
            <a:ext cx="362857" cy="461665"/>
          </a:xfrm>
          <a:prstGeom prst="rect">
            <a:avLst/>
          </a:prstGeom>
          <a:noFill/>
        </p:spPr>
        <p:txBody>
          <a:bodyPr wrap="square" rtlCol="0">
            <a:spAutoFit/>
          </a:bodyPr>
          <a:lstStyle/>
          <a:p>
            <a:pPr algn="r"/>
            <a:r>
              <a:rPr lang="fr-FR" sz="2400" b="1" noProof="0"/>
              <a:t>4</a:t>
            </a:r>
          </a:p>
        </p:txBody>
      </p:sp>
      <p:sp>
        <p:nvSpPr>
          <p:cNvPr id="5" name="ZoneTexte 4">
            <a:extLst>
              <a:ext uri="{FF2B5EF4-FFF2-40B4-BE49-F238E27FC236}">
                <a16:creationId xmlns:a16="http://schemas.microsoft.com/office/drawing/2014/main" id="{5869D3A5-556E-1DBC-28FE-B82940138425}"/>
              </a:ext>
            </a:extLst>
          </p:cNvPr>
          <p:cNvSpPr txBox="1"/>
          <p:nvPr/>
        </p:nvSpPr>
        <p:spPr>
          <a:xfrm>
            <a:off x="159799" y="142043"/>
            <a:ext cx="3473002" cy="646331"/>
          </a:xfrm>
          <a:prstGeom prst="rect">
            <a:avLst/>
          </a:prstGeom>
          <a:noFill/>
        </p:spPr>
        <p:txBody>
          <a:bodyPr wrap="none" rtlCol="0">
            <a:spAutoFit/>
          </a:bodyPr>
          <a:lstStyle/>
          <a:p>
            <a:pPr>
              <a:buNone/>
            </a:pPr>
            <a:r>
              <a:rPr lang="fr-FR" sz="3600" b="1" noProof="0"/>
              <a:t>Fonctionnalités</a:t>
            </a:r>
          </a:p>
        </p:txBody>
      </p:sp>
      <p:sp>
        <p:nvSpPr>
          <p:cNvPr id="6" name="ZoneTexte 5">
            <a:extLst>
              <a:ext uri="{FF2B5EF4-FFF2-40B4-BE49-F238E27FC236}">
                <a16:creationId xmlns:a16="http://schemas.microsoft.com/office/drawing/2014/main" id="{D8E1B781-0842-4301-CA79-4E1F78B56029}"/>
              </a:ext>
            </a:extLst>
          </p:cNvPr>
          <p:cNvSpPr txBox="1"/>
          <p:nvPr/>
        </p:nvSpPr>
        <p:spPr>
          <a:xfrm>
            <a:off x="1000125" y="2129560"/>
            <a:ext cx="4610099" cy="3416320"/>
          </a:xfrm>
          <a:prstGeom prst="rect">
            <a:avLst/>
          </a:prstGeom>
          <a:noFill/>
        </p:spPr>
        <p:txBody>
          <a:bodyPr wrap="square" lIns="91440" tIns="45720" rIns="91440" bIns="45720" rtlCol="0" anchor="t">
            <a:spAutoFit/>
          </a:bodyPr>
          <a:lstStyle/>
          <a:p>
            <a:pPr marL="285750" indent="-285750">
              <a:buFontTx/>
              <a:buChar char="-"/>
            </a:pPr>
            <a:r>
              <a:rPr lang="fr-FR" sz="2400"/>
              <a:t>Menu, lancement partie</a:t>
            </a:r>
          </a:p>
          <a:p>
            <a:pPr marL="285750" indent="-285750">
              <a:buFontTx/>
              <a:buChar char="-"/>
            </a:pPr>
            <a:r>
              <a:rPr lang="fr-FR" sz="2400"/>
              <a:t>Contrôle, déplacement lapin</a:t>
            </a:r>
          </a:p>
          <a:p>
            <a:pPr marL="285750" indent="-285750">
              <a:buFontTx/>
              <a:buChar char="-"/>
            </a:pPr>
            <a:r>
              <a:rPr lang="fr-FR" sz="2400" noProof="0"/>
              <a:t>Gestion </a:t>
            </a:r>
            <a:r>
              <a:rPr lang="fr-FR" sz="2400"/>
              <a:t>v</a:t>
            </a:r>
            <a:r>
              <a:rPr lang="fr-FR" sz="2400" noProof="0"/>
              <a:t>ie/faim</a:t>
            </a:r>
          </a:p>
          <a:p>
            <a:pPr marL="285750" indent="-285750">
              <a:buFontTx/>
              <a:buChar char="-"/>
            </a:pPr>
            <a:r>
              <a:rPr lang="fr-FR" sz="2400"/>
              <a:t>Nourriture lapin</a:t>
            </a:r>
            <a:endParaRPr lang="fr-FR" sz="2400" noProof="0"/>
          </a:p>
          <a:p>
            <a:pPr marL="285750" indent="-285750">
              <a:buFontTx/>
              <a:buChar char="-"/>
            </a:pPr>
            <a:r>
              <a:rPr lang="fr-FR" sz="2400"/>
              <a:t>IA Simple, BT, ML</a:t>
            </a:r>
          </a:p>
          <a:p>
            <a:pPr marL="285750" indent="-285750">
              <a:buFontTx/>
              <a:buChar char="-"/>
            </a:pPr>
            <a:r>
              <a:rPr lang="fr-FR" sz="2400"/>
              <a:t>Pathfinding</a:t>
            </a:r>
            <a:endParaRPr lang="fr-FR" sz="2400" noProof="0"/>
          </a:p>
          <a:p>
            <a:pPr marL="285750" indent="-285750">
              <a:buFontTx/>
              <a:buChar char="-"/>
            </a:pPr>
            <a:r>
              <a:rPr lang="fr-FR" sz="2400"/>
              <a:t>Cachettes, terriers</a:t>
            </a:r>
            <a:endParaRPr lang="fr-FR" sz="2400" noProof="0"/>
          </a:p>
          <a:p>
            <a:pPr marL="285750" indent="-285750">
              <a:buFontTx/>
              <a:buChar char="-"/>
            </a:pPr>
            <a:r>
              <a:rPr lang="fr-FR" sz="2400"/>
              <a:t>Détection sonore/traces</a:t>
            </a:r>
          </a:p>
          <a:p>
            <a:pPr marL="285750" indent="-285750">
              <a:buFontTx/>
              <a:buChar char="-"/>
            </a:pPr>
            <a:r>
              <a:rPr lang="fr-FR" sz="2400"/>
              <a:t>Pièges</a:t>
            </a:r>
          </a:p>
        </p:txBody>
      </p:sp>
      <p:sp>
        <p:nvSpPr>
          <p:cNvPr id="8" name="Rectangle 7">
            <a:extLst>
              <a:ext uri="{FF2B5EF4-FFF2-40B4-BE49-F238E27FC236}">
                <a16:creationId xmlns:a16="http://schemas.microsoft.com/office/drawing/2014/main" id="{85AFE7EC-CBF9-86AC-00DA-0F2F68F5483D}"/>
              </a:ext>
            </a:extLst>
          </p:cNvPr>
          <p:cNvSpPr/>
          <p:nvPr/>
        </p:nvSpPr>
        <p:spPr>
          <a:xfrm>
            <a:off x="6455361" y="1628774"/>
            <a:ext cx="4610099" cy="5855357"/>
          </a:xfrm>
          <a:prstGeom prst="rect">
            <a:avLst/>
          </a:prstGeom>
          <a:solidFill>
            <a:srgbClr val="79D2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9" name="ZoneTexte 8">
            <a:extLst>
              <a:ext uri="{FF2B5EF4-FFF2-40B4-BE49-F238E27FC236}">
                <a16:creationId xmlns:a16="http://schemas.microsoft.com/office/drawing/2014/main" id="{D859A0F0-92DB-78AC-2D5C-ED012473A183}"/>
              </a:ext>
            </a:extLst>
          </p:cNvPr>
          <p:cNvSpPr txBox="1"/>
          <p:nvPr/>
        </p:nvSpPr>
        <p:spPr>
          <a:xfrm>
            <a:off x="1000125" y="1343892"/>
            <a:ext cx="4610099" cy="584775"/>
          </a:xfrm>
          <a:prstGeom prst="rect">
            <a:avLst/>
          </a:prstGeom>
          <a:noFill/>
        </p:spPr>
        <p:txBody>
          <a:bodyPr wrap="square" rtlCol="0">
            <a:spAutoFit/>
          </a:bodyPr>
          <a:lstStyle/>
          <a:p>
            <a:pPr algn="ctr"/>
            <a:r>
              <a:rPr lang="fr-FR" sz="3200" b="1" noProof="0"/>
              <a:t>Principale</a:t>
            </a:r>
            <a:endParaRPr lang="fr-FR" sz="2800" b="1" noProof="0"/>
          </a:p>
        </p:txBody>
      </p:sp>
      <p:sp>
        <p:nvSpPr>
          <p:cNvPr id="10" name="ZoneTexte 9">
            <a:extLst>
              <a:ext uri="{FF2B5EF4-FFF2-40B4-BE49-F238E27FC236}">
                <a16:creationId xmlns:a16="http://schemas.microsoft.com/office/drawing/2014/main" id="{FC929D71-BC92-D201-37CE-6D193C907286}"/>
              </a:ext>
            </a:extLst>
          </p:cNvPr>
          <p:cNvSpPr txBox="1"/>
          <p:nvPr/>
        </p:nvSpPr>
        <p:spPr>
          <a:xfrm>
            <a:off x="6455361" y="2714335"/>
            <a:ext cx="4610099" cy="3046988"/>
          </a:xfrm>
          <a:prstGeom prst="rect">
            <a:avLst/>
          </a:prstGeom>
          <a:noFill/>
        </p:spPr>
        <p:txBody>
          <a:bodyPr wrap="square" lIns="91440" tIns="45720" rIns="91440" bIns="45720" rtlCol="0" anchor="t">
            <a:spAutoFit/>
          </a:bodyPr>
          <a:lstStyle/>
          <a:p>
            <a:pPr marL="285750" indent="-285750">
              <a:buFontTx/>
              <a:buChar char="-"/>
            </a:pPr>
            <a:r>
              <a:rPr lang="fr-FR" sz="2400"/>
              <a:t>Multijoueur fonctionnel</a:t>
            </a:r>
          </a:p>
          <a:p>
            <a:pPr marL="285750" indent="-285750">
              <a:buFontTx/>
              <a:buChar char="-"/>
            </a:pPr>
            <a:r>
              <a:rPr lang="fr-FR" sz="2400"/>
              <a:t>IALapin</a:t>
            </a:r>
          </a:p>
          <a:p>
            <a:pPr marL="285750" indent="-285750">
              <a:buFontTx/>
              <a:buChar char="-"/>
            </a:pPr>
            <a:r>
              <a:rPr lang="fr-FR" sz="2400"/>
              <a:t>Modèle 3D, carte</a:t>
            </a:r>
          </a:p>
          <a:p>
            <a:pPr marL="285750" indent="-285750">
              <a:buFontTx/>
              <a:buChar char="-"/>
            </a:pPr>
            <a:r>
              <a:rPr lang="fr-FR" sz="2400"/>
              <a:t>Objets interactifs</a:t>
            </a:r>
          </a:p>
          <a:p>
            <a:pPr marL="285750" indent="-285750">
              <a:buFontTx/>
              <a:buChar char="-"/>
            </a:pPr>
            <a:r>
              <a:rPr lang="fr-FR" sz="2400" noProof="0"/>
              <a:t>Cycle</a:t>
            </a:r>
            <a:r>
              <a:rPr lang="fr-FR" sz="2400"/>
              <a:t> jour/nuit</a:t>
            </a:r>
          </a:p>
          <a:p>
            <a:pPr marL="285750" indent="-285750">
              <a:buFontTx/>
              <a:buChar char="-"/>
            </a:pPr>
            <a:r>
              <a:rPr lang="fr-FR" sz="2400" noProof="0"/>
              <a:t>Missions secondaires</a:t>
            </a:r>
          </a:p>
          <a:p>
            <a:pPr marL="285750" indent="-285750">
              <a:buFontTx/>
              <a:buChar char="-"/>
            </a:pPr>
            <a:r>
              <a:rPr lang="fr-FR" sz="2400"/>
              <a:t>Système de sauvegarde</a:t>
            </a:r>
          </a:p>
          <a:p>
            <a:pPr marL="285750" indent="-285750">
              <a:buFontTx/>
              <a:buChar char="-"/>
            </a:pPr>
            <a:r>
              <a:rPr lang="fr-FR" sz="2400"/>
              <a:t>XP, cosmétique …</a:t>
            </a:r>
            <a:endParaRPr lang="fr-FR" sz="2400" noProof="0"/>
          </a:p>
        </p:txBody>
      </p:sp>
      <p:sp>
        <p:nvSpPr>
          <p:cNvPr id="11" name="ZoneTexte 10">
            <a:extLst>
              <a:ext uri="{FF2B5EF4-FFF2-40B4-BE49-F238E27FC236}">
                <a16:creationId xmlns:a16="http://schemas.microsoft.com/office/drawing/2014/main" id="{EE6810D0-3DA4-D50C-98C3-6AB684A74874}"/>
              </a:ext>
            </a:extLst>
          </p:cNvPr>
          <p:cNvSpPr txBox="1"/>
          <p:nvPr/>
        </p:nvSpPr>
        <p:spPr>
          <a:xfrm>
            <a:off x="6455361" y="1928667"/>
            <a:ext cx="4610099" cy="584775"/>
          </a:xfrm>
          <a:prstGeom prst="rect">
            <a:avLst/>
          </a:prstGeom>
          <a:noFill/>
        </p:spPr>
        <p:txBody>
          <a:bodyPr wrap="square" rtlCol="0">
            <a:spAutoFit/>
          </a:bodyPr>
          <a:lstStyle/>
          <a:p>
            <a:pPr algn="ctr"/>
            <a:r>
              <a:rPr lang="fr-FR" sz="3200" b="1" noProof="0"/>
              <a:t>Secondaire</a:t>
            </a:r>
            <a:endParaRPr lang="fr-FR" sz="2800" b="1" noProof="0"/>
          </a:p>
        </p:txBody>
      </p:sp>
      <p:pic>
        <p:nvPicPr>
          <p:cNvPr id="12" name="Graphique 11" descr="Papillon avec un remplissage uni">
            <a:extLst>
              <a:ext uri="{FF2B5EF4-FFF2-40B4-BE49-F238E27FC236}">
                <a16:creationId xmlns:a16="http://schemas.microsoft.com/office/drawing/2014/main" id="{7994735B-C637-E08E-1FB4-7DB5715AE4E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rot="18830326" flipH="1">
            <a:off x="11088353" y="189247"/>
            <a:ext cx="914400" cy="914400"/>
          </a:xfrm>
          <a:prstGeom prst="rect">
            <a:avLst/>
          </a:prstGeom>
        </p:spPr>
      </p:pic>
    </p:spTree>
    <p:extLst>
      <p:ext uri="{BB962C8B-B14F-4D97-AF65-F5344CB8AC3E}">
        <p14:creationId xmlns:p14="http://schemas.microsoft.com/office/powerpoint/2010/main" val="1517685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05330-FFF4-3442-0099-BF95C92F4855}"/>
            </a:ext>
          </a:extLst>
        </p:cNvPr>
        <p:cNvGrpSpPr/>
        <p:nvPr/>
      </p:nvGrpSpPr>
      <p:grpSpPr>
        <a:xfrm>
          <a:off x="0" y="0"/>
          <a:ext cx="0" cy="0"/>
          <a:chOff x="0" y="0"/>
          <a:chExt cx="0" cy="0"/>
        </a:xfrm>
      </p:grpSpPr>
      <p:sp>
        <p:nvSpPr>
          <p:cNvPr id="24" name="Rectangle 23">
            <a:extLst>
              <a:ext uri="{FF2B5EF4-FFF2-40B4-BE49-F238E27FC236}">
                <a16:creationId xmlns:a16="http://schemas.microsoft.com/office/drawing/2014/main" id="{1E1B3BCA-6F03-2B7A-8B7B-72BD96C56139}"/>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1146669C-BC9B-18D0-27AB-821E58A939AD}"/>
              </a:ext>
            </a:extLst>
          </p:cNvPr>
          <p:cNvSpPr txBox="1"/>
          <p:nvPr/>
        </p:nvSpPr>
        <p:spPr>
          <a:xfrm>
            <a:off x="11829142" y="6335037"/>
            <a:ext cx="362857" cy="461665"/>
          </a:xfrm>
          <a:prstGeom prst="rect">
            <a:avLst/>
          </a:prstGeom>
          <a:noFill/>
        </p:spPr>
        <p:txBody>
          <a:bodyPr wrap="square" rtlCol="0">
            <a:spAutoFit/>
          </a:bodyPr>
          <a:lstStyle/>
          <a:p>
            <a:pPr algn="r"/>
            <a:r>
              <a:rPr lang="fr-FR" sz="2400" b="1" noProof="0"/>
              <a:t>5</a:t>
            </a:r>
          </a:p>
        </p:txBody>
      </p:sp>
      <p:sp>
        <p:nvSpPr>
          <p:cNvPr id="5" name="ZoneTexte 4">
            <a:extLst>
              <a:ext uri="{FF2B5EF4-FFF2-40B4-BE49-F238E27FC236}">
                <a16:creationId xmlns:a16="http://schemas.microsoft.com/office/drawing/2014/main" id="{C40A44DD-31DE-3687-699E-5364246CAF24}"/>
              </a:ext>
            </a:extLst>
          </p:cNvPr>
          <p:cNvSpPr txBox="1"/>
          <p:nvPr/>
        </p:nvSpPr>
        <p:spPr>
          <a:xfrm>
            <a:off x="159799" y="142043"/>
            <a:ext cx="3137397" cy="646331"/>
          </a:xfrm>
          <a:prstGeom prst="rect">
            <a:avLst/>
          </a:prstGeom>
          <a:noFill/>
        </p:spPr>
        <p:txBody>
          <a:bodyPr wrap="none" rtlCol="0">
            <a:spAutoFit/>
          </a:bodyPr>
          <a:lstStyle/>
          <a:p>
            <a:pPr>
              <a:buNone/>
            </a:pPr>
            <a:r>
              <a:rPr lang="fr-FR" sz="3600" b="1" noProof="0"/>
              <a:t>Vision globale</a:t>
            </a:r>
          </a:p>
        </p:txBody>
      </p:sp>
      <p:sp>
        <p:nvSpPr>
          <p:cNvPr id="6" name="ZoneTexte 5">
            <a:extLst>
              <a:ext uri="{FF2B5EF4-FFF2-40B4-BE49-F238E27FC236}">
                <a16:creationId xmlns:a16="http://schemas.microsoft.com/office/drawing/2014/main" id="{ED12DFAE-473C-DAF6-6D03-121323943E1F}"/>
              </a:ext>
            </a:extLst>
          </p:cNvPr>
          <p:cNvSpPr txBox="1"/>
          <p:nvPr/>
        </p:nvSpPr>
        <p:spPr>
          <a:xfrm>
            <a:off x="898425" y="1632239"/>
            <a:ext cx="1313758" cy="584775"/>
          </a:xfrm>
          <a:prstGeom prst="rect">
            <a:avLst/>
          </a:prstGeom>
          <a:noFill/>
        </p:spPr>
        <p:txBody>
          <a:bodyPr wrap="none" rtlCol="0">
            <a:spAutoFit/>
          </a:bodyPr>
          <a:lstStyle/>
          <a:p>
            <a:r>
              <a:rPr lang="fr-FR" sz="3200" noProof="0">
                <a:solidFill>
                  <a:schemeClr val="accent6">
                    <a:lumMod val="75000"/>
                  </a:schemeClr>
                </a:solidFill>
              </a:rPr>
              <a:t>Server</a:t>
            </a:r>
            <a:endParaRPr lang="fr-FR" sz="2800" noProof="0">
              <a:solidFill>
                <a:schemeClr val="accent6">
                  <a:lumMod val="75000"/>
                </a:schemeClr>
              </a:solidFill>
            </a:endParaRPr>
          </a:p>
        </p:txBody>
      </p:sp>
      <p:sp>
        <p:nvSpPr>
          <p:cNvPr id="11" name="ZoneTexte 10">
            <a:extLst>
              <a:ext uri="{FF2B5EF4-FFF2-40B4-BE49-F238E27FC236}">
                <a16:creationId xmlns:a16="http://schemas.microsoft.com/office/drawing/2014/main" id="{8D0ECD95-26FB-FE52-5303-E65796848018}"/>
              </a:ext>
            </a:extLst>
          </p:cNvPr>
          <p:cNvSpPr txBox="1"/>
          <p:nvPr/>
        </p:nvSpPr>
        <p:spPr>
          <a:xfrm>
            <a:off x="3466859" y="1685736"/>
            <a:ext cx="1112805" cy="523220"/>
          </a:xfrm>
          <a:prstGeom prst="rect">
            <a:avLst/>
          </a:prstGeom>
          <a:noFill/>
        </p:spPr>
        <p:txBody>
          <a:bodyPr wrap="none" rtlCol="0">
            <a:spAutoFit/>
          </a:bodyPr>
          <a:lstStyle/>
          <a:p>
            <a:r>
              <a:rPr lang="fr-FR" sz="2800" noProof="0">
                <a:solidFill>
                  <a:schemeClr val="tx2">
                    <a:lumMod val="75000"/>
                    <a:lumOff val="25000"/>
                  </a:schemeClr>
                </a:solidFill>
              </a:rPr>
              <a:t>Client</a:t>
            </a:r>
          </a:p>
        </p:txBody>
      </p:sp>
      <p:sp>
        <p:nvSpPr>
          <p:cNvPr id="12" name="ZoneTexte 11">
            <a:extLst>
              <a:ext uri="{FF2B5EF4-FFF2-40B4-BE49-F238E27FC236}">
                <a16:creationId xmlns:a16="http://schemas.microsoft.com/office/drawing/2014/main" id="{18152260-3339-2697-057A-596B3BFFF3F2}"/>
              </a:ext>
            </a:extLst>
          </p:cNvPr>
          <p:cNvSpPr txBox="1"/>
          <p:nvPr/>
        </p:nvSpPr>
        <p:spPr>
          <a:xfrm>
            <a:off x="443364" y="2217014"/>
            <a:ext cx="2223879" cy="1938992"/>
          </a:xfrm>
          <a:prstGeom prst="rect">
            <a:avLst/>
          </a:prstGeom>
          <a:noFill/>
        </p:spPr>
        <p:txBody>
          <a:bodyPr wrap="none" rtlCol="0">
            <a:spAutoFit/>
          </a:bodyPr>
          <a:lstStyle/>
          <a:p>
            <a:pPr marL="457200" indent="-457200">
              <a:buFontTx/>
              <a:buChar char="-"/>
            </a:pPr>
            <a:r>
              <a:rPr lang="fr-FR" sz="2400" noProof="0"/>
              <a:t>IA</a:t>
            </a:r>
          </a:p>
          <a:p>
            <a:pPr marL="457200" indent="-457200">
              <a:buFontTx/>
              <a:buChar char="-"/>
            </a:pPr>
            <a:r>
              <a:rPr lang="fr-FR" sz="2400" noProof="0"/>
              <a:t>Vision</a:t>
            </a:r>
          </a:p>
          <a:p>
            <a:pPr marL="457200" indent="-457200">
              <a:buFontTx/>
              <a:buChar char="-"/>
            </a:pPr>
            <a:r>
              <a:rPr lang="fr-FR" sz="2400" noProof="0"/>
              <a:t>Mouvement</a:t>
            </a:r>
          </a:p>
          <a:p>
            <a:pPr marL="457200" indent="-457200">
              <a:buFontTx/>
              <a:buChar char="-"/>
            </a:pPr>
            <a:r>
              <a:rPr lang="fr-FR" sz="2400" noProof="0"/>
              <a:t>Vie / Faim</a:t>
            </a:r>
          </a:p>
          <a:p>
            <a:pPr marL="457200" indent="-457200">
              <a:buFontTx/>
              <a:buChar char="-"/>
            </a:pPr>
            <a:r>
              <a:rPr lang="fr-FR" sz="2400" noProof="0"/>
              <a:t>etc.</a:t>
            </a:r>
          </a:p>
        </p:txBody>
      </p:sp>
      <p:sp>
        <p:nvSpPr>
          <p:cNvPr id="15" name="Rectangle 14">
            <a:extLst>
              <a:ext uri="{FF2B5EF4-FFF2-40B4-BE49-F238E27FC236}">
                <a16:creationId xmlns:a16="http://schemas.microsoft.com/office/drawing/2014/main" id="{3EAE454A-8532-0B13-D49C-80216E219A0E}"/>
              </a:ext>
            </a:extLst>
          </p:cNvPr>
          <p:cNvSpPr/>
          <p:nvPr/>
        </p:nvSpPr>
        <p:spPr>
          <a:xfrm flipH="1">
            <a:off x="2712962" y="1706871"/>
            <a:ext cx="45719" cy="2673517"/>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7" name="ZoneTexte 16">
            <a:extLst>
              <a:ext uri="{FF2B5EF4-FFF2-40B4-BE49-F238E27FC236}">
                <a16:creationId xmlns:a16="http://schemas.microsoft.com/office/drawing/2014/main" id="{C8C6D597-A0FA-57FB-3E0B-E029FA72A68B}"/>
              </a:ext>
            </a:extLst>
          </p:cNvPr>
          <p:cNvSpPr txBox="1"/>
          <p:nvPr/>
        </p:nvSpPr>
        <p:spPr>
          <a:xfrm>
            <a:off x="2881764" y="2217014"/>
            <a:ext cx="2282997" cy="1569660"/>
          </a:xfrm>
          <a:prstGeom prst="rect">
            <a:avLst/>
          </a:prstGeom>
          <a:noFill/>
        </p:spPr>
        <p:txBody>
          <a:bodyPr wrap="none" rtlCol="0">
            <a:spAutoFit/>
          </a:bodyPr>
          <a:lstStyle/>
          <a:p>
            <a:pPr marL="457200" indent="-457200">
              <a:buFontTx/>
              <a:buChar char="-"/>
            </a:pPr>
            <a:r>
              <a:rPr lang="fr-FR" sz="2400" noProof="0"/>
              <a:t>Animation</a:t>
            </a:r>
          </a:p>
          <a:p>
            <a:pPr marL="457200" indent="-457200">
              <a:buFontTx/>
              <a:buChar char="-"/>
            </a:pPr>
            <a:r>
              <a:rPr lang="fr-FR" sz="2400" noProof="0"/>
              <a:t>UI</a:t>
            </a:r>
          </a:p>
          <a:p>
            <a:pPr marL="457200" indent="-457200">
              <a:buFontTx/>
              <a:buChar char="-"/>
            </a:pPr>
            <a:r>
              <a:rPr lang="fr-FR" sz="2400" noProof="0"/>
              <a:t>Input Joueur</a:t>
            </a:r>
          </a:p>
          <a:p>
            <a:pPr marL="457200" indent="-457200">
              <a:buFontTx/>
              <a:buChar char="-"/>
            </a:pPr>
            <a:r>
              <a:rPr lang="fr-FR" sz="2400" noProof="0"/>
              <a:t>etc.</a:t>
            </a:r>
          </a:p>
        </p:txBody>
      </p:sp>
      <p:pic>
        <p:nvPicPr>
          <p:cNvPr id="19" name="Image 18">
            <a:extLst>
              <a:ext uri="{FF2B5EF4-FFF2-40B4-BE49-F238E27FC236}">
                <a16:creationId xmlns:a16="http://schemas.microsoft.com/office/drawing/2014/main" id="{C8D1A6FA-10F4-C092-1DA2-0EF391215F7A}"/>
              </a:ext>
            </a:extLst>
          </p:cNvPr>
          <p:cNvPicPr>
            <a:picLocks noChangeAspect="1"/>
          </p:cNvPicPr>
          <p:nvPr/>
        </p:nvPicPr>
        <p:blipFill>
          <a:blip r:embed="rId2"/>
          <a:stretch>
            <a:fillRect/>
          </a:stretch>
        </p:blipFill>
        <p:spPr>
          <a:xfrm>
            <a:off x="6416775" y="788374"/>
            <a:ext cx="4876800" cy="3981450"/>
          </a:xfrm>
          <a:prstGeom prst="rect">
            <a:avLst/>
          </a:prstGeom>
        </p:spPr>
      </p:pic>
      <p:pic>
        <p:nvPicPr>
          <p:cNvPr id="7" name="Graphique 6" descr="Algues marines avec un remplissage uni">
            <a:extLst>
              <a:ext uri="{FF2B5EF4-FFF2-40B4-BE49-F238E27FC236}">
                <a16:creationId xmlns:a16="http://schemas.microsoft.com/office/drawing/2014/main" id="{DFF7B2D1-6C1B-83B1-73D5-9945B44D286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4518" y="4882342"/>
            <a:ext cx="914400" cy="914400"/>
          </a:xfrm>
          <a:prstGeom prst="rect">
            <a:avLst/>
          </a:prstGeom>
        </p:spPr>
      </p:pic>
    </p:spTree>
    <p:extLst>
      <p:ext uri="{BB962C8B-B14F-4D97-AF65-F5344CB8AC3E}">
        <p14:creationId xmlns:p14="http://schemas.microsoft.com/office/powerpoint/2010/main" val="2874532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BC997-94C4-23F6-1A19-576F67A4599F}"/>
            </a:ext>
          </a:extLst>
        </p:cNvPr>
        <p:cNvGrpSpPr/>
        <p:nvPr/>
      </p:nvGrpSpPr>
      <p:grpSpPr>
        <a:xfrm>
          <a:off x="0" y="0"/>
          <a:ext cx="0" cy="0"/>
          <a:chOff x="0" y="0"/>
          <a:chExt cx="0" cy="0"/>
        </a:xfrm>
      </p:grpSpPr>
      <p:sp>
        <p:nvSpPr>
          <p:cNvPr id="24" name="Rectangle 23">
            <a:extLst>
              <a:ext uri="{FF2B5EF4-FFF2-40B4-BE49-F238E27FC236}">
                <a16:creationId xmlns:a16="http://schemas.microsoft.com/office/drawing/2014/main" id="{15DC6CCF-3F66-0751-02D5-02654C00FF9F}"/>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E946F42C-4275-DCB4-93B4-99F74AD0ED20}"/>
              </a:ext>
            </a:extLst>
          </p:cNvPr>
          <p:cNvSpPr txBox="1"/>
          <p:nvPr/>
        </p:nvSpPr>
        <p:spPr>
          <a:xfrm>
            <a:off x="11829142" y="6335037"/>
            <a:ext cx="362857" cy="461665"/>
          </a:xfrm>
          <a:prstGeom prst="rect">
            <a:avLst/>
          </a:prstGeom>
          <a:noFill/>
        </p:spPr>
        <p:txBody>
          <a:bodyPr wrap="square" rtlCol="0">
            <a:spAutoFit/>
          </a:bodyPr>
          <a:lstStyle/>
          <a:p>
            <a:pPr algn="r"/>
            <a:r>
              <a:rPr lang="fr-FR" sz="2400" b="1"/>
              <a:t>6</a:t>
            </a:r>
            <a:endParaRPr lang="fr-FR" sz="2400" b="1" noProof="0"/>
          </a:p>
        </p:txBody>
      </p:sp>
      <p:sp>
        <p:nvSpPr>
          <p:cNvPr id="7" name="ZoneTexte 6">
            <a:extLst>
              <a:ext uri="{FF2B5EF4-FFF2-40B4-BE49-F238E27FC236}">
                <a16:creationId xmlns:a16="http://schemas.microsoft.com/office/drawing/2014/main" id="{35624229-B53B-77DD-72EF-F848380449FA}"/>
              </a:ext>
            </a:extLst>
          </p:cNvPr>
          <p:cNvSpPr txBox="1"/>
          <p:nvPr/>
        </p:nvSpPr>
        <p:spPr>
          <a:xfrm>
            <a:off x="159799" y="142043"/>
            <a:ext cx="3602589" cy="646331"/>
          </a:xfrm>
          <a:prstGeom prst="rect">
            <a:avLst/>
          </a:prstGeom>
          <a:noFill/>
        </p:spPr>
        <p:txBody>
          <a:bodyPr wrap="none" rtlCol="0">
            <a:spAutoFit/>
          </a:bodyPr>
          <a:lstStyle/>
          <a:p>
            <a:pPr>
              <a:buNone/>
            </a:pPr>
            <a:r>
              <a:rPr lang="fr-FR" sz="3600" b="1" noProof="0" err="1"/>
              <a:t>Struture</a:t>
            </a:r>
            <a:r>
              <a:rPr lang="fr-FR" sz="3600" b="1" noProof="0"/>
              <a:t> </a:t>
            </a:r>
            <a:r>
              <a:rPr lang="fr-FR" sz="3600" b="1" strike="sngStrike" noProof="0"/>
              <a:t>FSM</a:t>
            </a:r>
            <a:r>
              <a:rPr lang="fr-FR" sz="3600" b="1" noProof="0"/>
              <a:t> BT</a:t>
            </a:r>
            <a:endParaRPr lang="fr-FR" sz="3600" b="1" strike="sngStrike" noProof="0"/>
          </a:p>
        </p:txBody>
      </p:sp>
      <p:sp>
        <p:nvSpPr>
          <p:cNvPr id="8" name="ZoneTexte 7">
            <a:extLst>
              <a:ext uri="{FF2B5EF4-FFF2-40B4-BE49-F238E27FC236}">
                <a16:creationId xmlns:a16="http://schemas.microsoft.com/office/drawing/2014/main" id="{6F4365F5-2677-CC68-EADF-69D34C1752C9}"/>
              </a:ext>
            </a:extLst>
          </p:cNvPr>
          <p:cNvSpPr txBox="1"/>
          <p:nvPr/>
        </p:nvSpPr>
        <p:spPr>
          <a:xfrm>
            <a:off x="159799" y="1241427"/>
            <a:ext cx="4521174" cy="1384995"/>
          </a:xfrm>
          <a:prstGeom prst="rect">
            <a:avLst/>
          </a:prstGeom>
          <a:noFill/>
        </p:spPr>
        <p:txBody>
          <a:bodyPr wrap="none" rtlCol="0">
            <a:spAutoFit/>
          </a:bodyPr>
          <a:lstStyle/>
          <a:p>
            <a:r>
              <a:rPr lang="fr-FR" sz="2800" noProof="0"/>
              <a:t>On ne va pas utiliser de FSM</a:t>
            </a:r>
            <a:br>
              <a:rPr lang="fr-FR" sz="2800" noProof="0"/>
            </a:br>
            <a:r>
              <a:rPr lang="fr-FR" sz="2800" noProof="0"/>
              <a:t>Mais un </a:t>
            </a:r>
            <a:r>
              <a:rPr lang="fr-FR" sz="2800" noProof="0" err="1"/>
              <a:t>Behaviour</a:t>
            </a:r>
            <a:r>
              <a:rPr lang="fr-FR" sz="2800" noProof="0"/>
              <a:t> </a:t>
            </a:r>
            <a:r>
              <a:rPr lang="fr-FR" sz="2800" noProof="0" err="1"/>
              <a:t>Tree</a:t>
            </a:r>
            <a:endParaRPr lang="fr-FR" sz="2800" noProof="0"/>
          </a:p>
          <a:p>
            <a:endParaRPr lang="fr-FR" sz="2800" noProof="0"/>
          </a:p>
        </p:txBody>
      </p:sp>
      <p:sp>
        <p:nvSpPr>
          <p:cNvPr id="9" name="ZoneTexte 8">
            <a:extLst>
              <a:ext uri="{FF2B5EF4-FFF2-40B4-BE49-F238E27FC236}">
                <a16:creationId xmlns:a16="http://schemas.microsoft.com/office/drawing/2014/main" id="{055779F6-BC0C-A298-1EEF-3C7493C9056E}"/>
              </a:ext>
            </a:extLst>
          </p:cNvPr>
          <p:cNvSpPr txBox="1"/>
          <p:nvPr/>
        </p:nvSpPr>
        <p:spPr>
          <a:xfrm>
            <a:off x="159799" y="2583003"/>
            <a:ext cx="2866490" cy="1384995"/>
          </a:xfrm>
          <a:prstGeom prst="rect">
            <a:avLst/>
          </a:prstGeom>
          <a:noFill/>
        </p:spPr>
        <p:txBody>
          <a:bodyPr wrap="none" rtlCol="0">
            <a:spAutoFit/>
          </a:bodyPr>
          <a:lstStyle/>
          <a:p>
            <a:r>
              <a:rPr lang="fr-FR" sz="2800" noProof="0"/>
              <a:t>+ Propre</a:t>
            </a:r>
            <a:br>
              <a:rPr lang="fr-FR" sz="2800" noProof="0"/>
            </a:br>
            <a:r>
              <a:rPr lang="fr-FR" sz="2800" noProof="0"/>
              <a:t>+ Modulable</a:t>
            </a:r>
            <a:br>
              <a:rPr lang="fr-FR" sz="2800" noProof="0"/>
            </a:br>
            <a:r>
              <a:rPr lang="fr-FR" sz="2800" noProof="0"/>
              <a:t>+ Utile pour le ML</a:t>
            </a:r>
          </a:p>
        </p:txBody>
      </p:sp>
      <p:pic>
        <p:nvPicPr>
          <p:cNvPr id="5126" name="Picture 6">
            <a:extLst>
              <a:ext uri="{FF2B5EF4-FFF2-40B4-BE49-F238E27FC236}">
                <a16:creationId xmlns:a16="http://schemas.microsoft.com/office/drawing/2014/main" id="{0B33693F-A86E-8035-F6E9-30ABD0D05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5700" y="596203"/>
            <a:ext cx="7091351" cy="4713370"/>
          </a:xfrm>
          <a:prstGeom prst="rect">
            <a:avLst/>
          </a:prstGeom>
          <a:noFill/>
          <a:extLst>
            <a:ext uri="{909E8E84-426E-40DD-AFC4-6F175D3DCCD1}">
              <a14:hiddenFill xmlns:a14="http://schemas.microsoft.com/office/drawing/2010/main">
                <a:solidFill>
                  <a:srgbClr val="FFFFFF"/>
                </a:solidFill>
              </a14:hiddenFill>
            </a:ext>
          </a:extLst>
        </p:spPr>
      </p:pic>
      <p:sp>
        <p:nvSpPr>
          <p:cNvPr id="13" name="ZoneTexte 12">
            <a:extLst>
              <a:ext uri="{FF2B5EF4-FFF2-40B4-BE49-F238E27FC236}">
                <a16:creationId xmlns:a16="http://schemas.microsoft.com/office/drawing/2014/main" id="{D4EC96F0-7E49-C6A9-3DFF-15FF5BDC6E64}"/>
              </a:ext>
            </a:extLst>
          </p:cNvPr>
          <p:cNvSpPr txBox="1"/>
          <p:nvPr/>
        </p:nvSpPr>
        <p:spPr>
          <a:xfrm>
            <a:off x="159799" y="5160138"/>
            <a:ext cx="3109912"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fr-FR" sz="2800" b="0" i="0" u="none" strike="noStrike" kern="1200" cap="none" spc="0" normalizeH="0" baseline="0" noProof="0">
                <a:ln>
                  <a:noFill/>
                </a:ln>
                <a:solidFill>
                  <a:prstClr val="black"/>
                </a:solidFill>
                <a:effectLst/>
                <a:uLnTx/>
                <a:uFillTx/>
                <a:latin typeface="Aptos" panose="02110004020202020204"/>
                <a:ea typeface="+mn-ea"/>
                <a:cs typeface="+mn-cs"/>
              </a:rPr>
              <a:t>(Prévue Itération 2)</a:t>
            </a:r>
          </a:p>
        </p:txBody>
      </p:sp>
      <p:pic>
        <p:nvPicPr>
          <p:cNvPr id="2" name="Graphique 1" descr="Fleur avec un remplissage uni">
            <a:extLst>
              <a:ext uri="{FF2B5EF4-FFF2-40B4-BE49-F238E27FC236}">
                <a16:creationId xmlns:a16="http://schemas.microsoft.com/office/drawing/2014/main" id="{24CD226A-5E4D-E263-8001-2E6CCD9FE7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55416" y="4964548"/>
            <a:ext cx="914400" cy="914400"/>
          </a:xfrm>
          <a:prstGeom prst="rect">
            <a:avLst/>
          </a:prstGeom>
        </p:spPr>
      </p:pic>
    </p:spTree>
    <p:extLst>
      <p:ext uri="{BB962C8B-B14F-4D97-AF65-F5344CB8AC3E}">
        <p14:creationId xmlns:p14="http://schemas.microsoft.com/office/powerpoint/2010/main" val="16739268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4E39-0353-F5D3-3132-386392CAEA9E}"/>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35F517E7-3A3C-5BA9-FC02-FC72A2474348}"/>
              </a:ext>
            </a:extLst>
          </p:cNvPr>
          <p:cNvSpPr/>
          <p:nvPr/>
        </p:nvSpPr>
        <p:spPr>
          <a:xfrm>
            <a:off x="10593555" y="3038735"/>
            <a:ext cx="672860" cy="3467819"/>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8" name="Rectangle 7">
            <a:extLst>
              <a:ext uri="{FF2B5EF4-FFF2-40B4-BE49-F238E27FC236}">
                <a16:creationId xmlns:a16="http://schemas.microsoft.com/office/drawing/2014/main" id="{405C89C1-8E63-1701-4F25-5C14FD643E84}"/>
              </a:ext>
            </a:extLst>
          </p:cNvPr>
          <p:cNvSpPr/>
          <p:nvPr/>
        </p:nvSpPr>
        <p:spPr>
          <a:xfrm>
            <a:off x="8976101" y="1925928"/>
            <a:ext cx="3907766" cy="1440612"/>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9" name="Rectangle 8">
            <a:extLst>
              <a:ext uri="{FF2B5EF4-FFF2-40B4-BE49-F238E27FC236}">
                <a16:creationId xmlns:a16="http://schemas.microsoft.com/office/drawing/2014/main" id="{687C170C-2C65-66D1-0707-87DE3F581EA7}"/>
              </a:ext>
            </a:extLst>
          </p:cNvPr>
          <p:cNvSpPr/>
          <p:nvPr/>
        </p:nvSpPr>
        <p:spPr>
          <a:xfrm>
            <a:off x="9369143" y="942516"/>
            <a:ext cx="3121683" cy="131121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0" name="Rectangle 9">
            <a:extLst>
              <a:ext uri="{FF2B5EF4-FFF2-40B4-BE49-F238E27FC236}">
                <a16:creationId xmlns:a16="http://schemas.microsoft.com/office/drawing/2014/main" id="{F4E9E92B-43DA-A944-C1DA-A205F4262E70}"/>
              </a:ext>
            </a:extLst>
          </p:cNvPr>
          <p:cNvSpPr/>
          <p:nvPr/>
        </p:nvSpPr>
        <p:spPr>
          <a:xfrm>
            <a:off x="7606941" y="1383766"/>
            <a:ext cx="672860" cy="5122788"/>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1" name="Rectangle 10">
            <a:extLst>
              <a:ext uri="{FF2B5EF4-FFF2-40B4-BE49-F238E27FC236}">
                <a16:creationId xmlns:a16="http://schemas.microsoft.com/office/drawing/2014/main" id="{2A92CFBA-4924-3F7D-0E5E-136BF51DECD5}"/>
              </a:ext>
            </a:extLst>
          </p:cNvPr>
          <p:cNvSpPr/>
          <p:nvPr/>
        </p:nvSpPr>
        <p:spPr>
          <a:xfrm>
            <a:off x="5989488" y="-251727"/>
            <a:ext cx="3907766" cy="174684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4" name="Rectangle 23">
            <a:extLst>
              <a:ext uri="{FF2B5EF4-FFF2-40B4-BE49-F238E27FC236}">
                <a16:creationId xmlns:a16="http://schemas.microsoft.com/office/drawing/2014/main" id="{EB42D5CB-6000-0CD2-81DE-9D91F82D2211}"/>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7D2AAD8A-9836-52E8-DD4B-A9604393546A}"/>
              </a:ext>
            </a:extLst>
          </p:cNvPr>
          <p:cNvSpPr txBox="1"/>
          <p:nvPr/>
        </p:nvSpPr>
        <p:spPr>
          <a:xfrm>
            <a:off x="11829142" y="6335037"/>
            <a:ext cx="362857" cy="461665"/>
          </a:xfrm>
          <a:prstGeom prst="rect">
            <a:avLst/>
          </a:prstGeom>
          <a:noFill/>
        </p:spPr>
        <p:txBody>
          <a:bodyPr wrap="square" rtlCol="0">
            <a:spAutoFit/>
          </a:bodyPr>
          <a:lstStyle/>
          <a:p>
            <a:pPr algn="r"/>
            <a:r>
              <a:rPr lang="fr-FR" sz="2400" b="1" noProof="0"/>
              <a:t>7</a:t>
            </a:r>
          </a:p>
        </p:txBody>
      </p:sp>
      <p:sp>
        <p:nvSpPr>
          <p:cNvPr id="5" name="ZoneTexte 4">
            <a:extLst>
              <a:ext uri="{FF2B5EF4-FFF2-40B4-BE49-F238E27FC236}">
                <a16:creationId xmlns:a16="http://schemas.microsoft.com/office/drawing/2014/main" id="{146E4290-F6C3-E130-DE87-6E174C638FEC}"/>
              </a:ext>
            </a:extLst>
          </p:cNvPr>
          <p:cNvSpPr txBox="1"/>
          <p:nvPr/>
        </p:nvSpPr>
        <p:spPr>
          <a:xfrm>
            <a:off x="159799" y="142043"/>
            <a:ext cx="4749890" cy="646331"/>
          </a:xfrm>
          <a:prstGeom prst="rect">
            <a:avLst/>
          </a:prstGeom>
          <a:noFill/>
        </p:spPr>
        <p:txBody>
          <a:bodyPr wrap="none" rtlCol="0">
            <a:spAutoFit/>
          </a:bodyPr>
          <a:lstStyle/>
          <a:p>
            <a:pPr>
              <a:buNone/>
            </a:pPr>
            <a:r>
              <a:rPr lang="fr-FR" sz="3600" b="1" noProof="0"/>
              <a:t>Technologies et outils</a:t>
            </a:r>
          </a:p>
        </p:txBody>
      </p:sp>
      <p:sp>
        <p:nvSpPr>
          <p:cNvPr id="6" name="ZoneTexte 5">
            <a:extLst>
              <a:ext uri="{FF2B5EF4-FFF2-40B4-BE49-F238E27FC236}">
                <a16:creationId xmlns:a16="http://schemas.microsoft.com/office/drawing/2014/main" id="{49782BE0-26FB-3FD7-46FF-E3E182FBC007}"/>
              </a:ext>
            </a:extLst>
          </p:cNvPr>
          <p:cNvSpPr txBox="1"/>
          <p:nvPr/>
        </p:nvSpPr>
        <p:spPr>
          <a:xfrm>
            <a:off x="159799" y="1074897"/>
            <a:ext cx="7179209" cy="4401205"/>
          </a:xfrm>
          <a:prstGeom prst="rect">
            <a:avLst/>
          </a:prstGeom>
          <a:noFill/>
        </p:spPr>
        <p:txBody>
          <a:bodyPr wrap="none" rtlCol="0">
            <a:spAutoFit/>
          </a:bodyPr>
          <a:lstStyle/>
          <a:p>
            <a:pPr marL="457200" indent="-457200">
              <a:buFontTx/>
              <a:buChar char="-"/>
            </a:pPr>
            <a:r>
              <a:rPr lang="fr-FR" sz="2800" noProof="0" err="1"/>
              <a:t>Roblox</a:t>
            </a:r>
            <a:r>
              <a:rPr lang="fr-FR" sz="2800" noProof="0"/>
              <a:t> Studio</a:t>
            </a:r>
          </a:p>
          <a:p>
            <a:pPr marL="457200" indent="-457200">
              <a:buFontTx/>
              <a:buChar char="-"/>
            </a:pPr>
            <a:r>
              <a:rPr lang="fr-FR" sz="2800" noProof="0" err="1"/>
              <a:t>Lua</a:t>
            </a:r>
            <a:endParaRPr lang="fr-FR" sz="2800" noProof="0"/>
          </a:p>
          <a:p>
            <a:pPr marL="457200" indent="-457200">
              <a:buFontTx/>
              <a:buChar char="-"/>
            </a:pPr>
            <a:r>
              <a:rPr lang="fr-FR" sz="2800" noProof="0"/>
              <a:t>Rojo + </a:t>
            </a:r>
            <a:r>
              <a:rPr lang="fr-FR" sz="2800" noProof="0" err="1"/>
              <a:t>VSCode</a:t>
            </a:r>
            <a:endParaRPr lang="fr-FR" sz="2800" noProof="0"/>
          </a:p>
          <a:p>
            <a:pPr marL="457200" indent="-457200">
              <a:buFontTx/>
              <a:buChar char="-"/>
            </a:pPr>
            <a:r>
              <a:rPr lang="fr-FR" sz="2800" noProof="0"/>
              <a:t>Trello / Git</a:t>
            </a:r>
          </a:p>
          <a:p>
            <a:pPr marL="457200" indent="-457200">
              <a:buFontTx/>
              <a:buChar char="-"/>
            </a:pPr>
            <a:r>
              <a:rPr lang="fr-FR" sz="2800" noProof="0" err="1"/>
              <a:t>PathfindingService</a:t>
            </a:r>
            <a:r>
              <a:rPr lang="fr-FR" sz="2800" noProof="0"/>
              <a:t>, </a:t>
            </a:r>
            <a:r>
              <a:rPr lang="fr-FR" sz="2800" noProof="0" err="1"/>
              <a:t>etc</a:t>
            </a:r>
            <a:r>
              <a:rPr lang="fr-FR" sz="2800" noProof="0"/>
              <a:t> inclus dans </a:t>
            </a:r>
            <a:r>
              <a:rPr lang="fr-FR" sz="2800" noProof="0" err="1"/>
              <a:t>Roblox</a:t>
            </a:r>
            <a:endParaRPr lang="fr-FR" sz="2800" noProof="0"/>
          </a:p>
          <a:p>
            <a:br>
              <a:rPr lang="fr-FR" sz="2800" noProof="0"/>
            </a:br>
            <a:r>
              <a:rPr lang="fr-FR" sz="2800" noProof="0"/>
              <a:t>Librairie Externe : </a:t>
            </a:r>
          </a:p>
          <a:p>
            <a:pPr marL="457200" indent="-457200">
              <a:buFontTx/>
              <a:buChar char="-"/>
            </a:pPr>
            <a:r>
              <a:rPr lang="fr-FR" sz="2800" noProof="0" err="1"/>
              <a:t>ProfileService</a:t>
            </a:r>
            <a:endParaRPr lang="fr-FR" sz="2800" noProof="0"/>
          </a:p>
          <a:p>
            <a:pPr marL="457200" indent="-457200">
              <a:buFontTx/>
              <a:buChar char="-"/>
            </a:pPr>
            <a:r>
              <a:rPr lang="fr-FR" sz="2800" noProof="0"/>
              <a:t>Neural Network Library</a:t>
            </a:r>
          </a:p>
          <a:p>
            <a:endParaRPr lang="fr-FR" sz="2800" noProof="0"/>
          </a:p>
        </p:txBody>
      </p:sp>
      <p:pic>
        <p:nvPicPr>
          <p:cNvPr id="12" name="Graphique 11" descr="Lapin avec un remplissage uni">
            <a:extLst>
              <a:ext uri="{FF2B5EF4-FFF2-40B4-BE49-F238E27FC236}">
                <a16:creationId xmlns:a16="http://schemas.microsoft.com/office/drawing/2014/main" id="{D417A64F-35BB-2A00-0025-E7D1B589311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flipH="1">
            <a:off x="8515467" y="4575254"/>
            <a:ext cx="1397380" cy="1397380"/>
          </a:xfrm>
          <a:prstGeom prst="rect">
            <a:avLst/>
          </a:prstGeom>
        </p:spPr>
      </p:pic>
      <p:pic>
        <p:nvPicPr>
          <p:cNvPr id="3" name="Graphique 2" descr="Rose avec un remplissage uni">
            <a:extLst>
              <a:ext uri="{FF2B5EF4-FFF2-40B4-BE49-F238E27FC236}">
                <a16:creationId xmlns:a16="http://schemas.microsoft.com/office/drawing/2014/main" id="{AF2DB53A-4B8E-4E9F-D367-AF2174A9153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9814" y="4920658"/>
            <a:ext cx="914400" cy="914400"/>
          </a:xfrm>
          <a:prstGeom prst="rect">
            <a:avLst/>
          </a:prstGeom>
        </p:spPr>
      </p:pic>
    </p:spTree>
    <p:extLst>
      <p:ext uri="{BB962C8B-B14F-4D97-AF65-F5344CB8AC3E}">
        <p14:creationId xmlns:p14="http://schemas.microsoft.com/office/powerpoint/2010/main" val="19379226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956BD-862B-30A6-4EE8-3F078AF360E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37A3B9A1-736A-AD1C-AF91-26AC6BF902E4}"/>
              </a:ext>
            </a:extLst>
          </p:cNvPr>
          <p:cNvSpPr/>
          <p:nvPr/>
        </p:nvSpPr>
        <p:spPr>
          <a:xfrm>
            <a:off x="11156282" y="1735777"/>
            <a:ext cx="672860" cy="5483524"/>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8" name="Rectangle 7">
            <a:extLst>
              <a:ext uri="{FF2B5EF4-FFF2-40B4-BE49-F238E27FC236}">
                <a16:creationId xmlns:a16="http://schemas.microsoft.com/office/drawing/2014/main" id="{BB936072-8EF3-E6A5-EA54-FC9C198FA68B}"/>
              </a:ext>
            </a:extLst>
          </p:cNvPr>
          <p:cNvSpPr/>
          <p:nvPr/>
        </p:nvSpPr>
        <p:spPr>
          <a:xfrm>
            <a:off x="9538828" y="3978644"/>
            <a:ext cx="3907766"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9" name="Rectangle 8">
            <a:extLst>
              <a:ext uri="{FF2B5EF4-FFF2-40B4-BE49-F238E27FC236}">
                <a16:creationId xmlns:a16="http://schemas.microsoft.com/office/drawing/2014/main" id="{9F98F3D9-BABE-2DA6-0329-71400B7FC647}"/>
              </a:ext>
            </a:extLst>
          </p:cNvPr>
          <p:cNvSpPr/>
          <p:nvPr/>
        </p:nvSpPr>
        <p:spPr>
          <a:xfrm>
            <a:off x="9911877" y="1929871"/>
            <a:ext cx="3121683"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0" name="Rectangle 9">
            <a:extLst>
              <a:ext uri="{FF2B5EF4-FFF2-40B4-BE49-F238E27FC236}">
                <a16:creationId xmlns:a16="http://schemas.microsoft.com/office/drawing/2014/main" id="{01B5587B-C860-D35F-379B-541680ED97F0}"/>
              </a:ext>
            </a:extLst>
          </p:cNvPr>
          <p:cNvSpPr/>
          <p:nvPr/>
        </p:nvSpPr>
        <p:spPr>
          <a:xfrm>
            <a:off x="9699405" y="2966479"/>
            <a:ext cx="3586612"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1" name="Rectangle 10">
            <a:extLst>
              <a:ext uri="{FF2B5EF4-FFF2-40B4-BE49-F238E27FC236}">
                <a16:creationId xmlns:a16="http://schemas.microsoft.com/office/drawing/2014/main" id="{C1AE1736-D9DD-2C9B-7398-DC72C3FA9E06}"/>
              </a:ext>
            </a:extLst>
          </p:cNvPr>
          <p:cNvSpPr/>
          <p:nvPr/>
        </p:nvSpPr>
        <p:spPr>
          <a:xfrm>
            <a:off x="10307816" y="1175059"/>
            <a:ext cx="2369790" cy="560718"/>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2" name="Rectangle 11">
            <a:extLst>
              <a:ext uri="{FF2B5EF4-FFF2-40B4-BE49-F238E27FC236}">
                <a16:creationId xmlns:a16="http://schemas.microsoft.com/office/drawing/2014/main" id="{43EEB2EE-9C9A-F59E-DA61-DEFF3761382D}"/>
              </a:ext>
            </a:extLst>
          </p:cNvPr>
          <p:cNvSpPr/>
          <p:nvPr/>
        </p:nvSpPr>
        <p:spPr>
          <a:xfrm>
            <a:off x="8686662" y="439229"/>
            <a:ext cx="672860" cy="5702784"/>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3" name="Rectangle 12">
            <a:extLst>
              <a:ext uri="{FF2B5EF4-FFF2-40B4-BE49-F238E27FC236}">
                <a16:creationId xmlns:a16="http://schemas.microsoft.com/office/drawing/2014/main" id="{820FD735-C361-70C8-B7AD-F56EF221773B}"/>
              </a:ext>
            </a:extLst>
          </p:cNvPr>
          <p:cNvSpPr/>
          <p:nvPr/>
        </p:nvSpPr>
        <p:spPr>
          <a:xfrm>
            <a:off x="7069209" y="-873424"/>
            <a:ext cx="3907766" cy="1746847"/>
          </a:xfrm>
          <a:prstGeom prst="rect">
            <a:avLst/>
          </a:prstGeom>
          <a:solidFill>
            <a:srgbClr val="A11D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4" name="Rectangle 23">
            <a:extLst>
              <a:ext uri="{FF2B5EF4-FFF2-40B4-BE49-F238E27FC236}">
                <a16:creationId xmlns:a16="http://schemas.microsoft.com/office/drawing/2014/main" id="{3E5EA9FE-80B7-C65A-8D6A-BE1776A31737}"/>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60848495-E1FC-6B98-479D-19ED399696F6}"/>
              </a:ext>
            </a:extLst>
          </p:cNvPr>
          <p:cNvSpPr txBox="1"/>
          <p:nvPr/>
        </p:nvSpPr>
        <p:spPr>
          <a:xfrm>
            <a:off x="11829142" y="6335037"/>
            <a:ext cx="362857" cy="461665"/>
          </a:xfrm>
          <a:prstGeom prst="rect">
            <a:avLst/>
          </a:prstGeom>
          <a:noFill/>
        </p:spPr>
        <p:txBody>
          <a:bodyPr wrap="square" rtlCol="0">
            <a:spAutoFit/>
          </a:bodyPr>
          <a:lstStyle/>
          <a:p>
            <a:pPr algn="r"/>
            <a:r>
              <a:rPr lang="fr-FR" sz="2400" b="1"/>
              <a:t>8</a:t>
            </a:r>
            <a:endParaRPr lang="fr-FR" sz="2400" b="1" noProof="0"/>
          </a:p>
        </p:txBody>
      </p:sp>
      <p:sp>
        <p:nvSpPr>
          <p:cNvPr id="5" name="ZoneTexte 4">
            <a:extLst>
              <a:ext uri="{FF2B5EF4-FFF2-40B4-BE49-F238E27FC236}">
                <a16:creationId xmlns:a16="http://schemas.microsoft.com/office/drawing/2014/main" id="{E8DB146E-8FF3-E049-283B-1962E5854678}"/>
              </a:ext>
            </a:extLst>
          </p:cNvPr>
          <p:cNvSpPr txBox="1"/>
          <p:nvPr/>
        </p:nvSpPr>
        <p:spPr>
          <a:xfrm>
            <a:off x="159799" y="142043"/>
            <a:ext cx="4378122" cy="646331"/>
          </a:xfrm>
          <a:prstGeom prst="rect">
            <a:avLst/>
          </a:prstGeom>
          <a:noFill/>
        </p:spPr>
        <p:txBody>
          <a:bodyPr wrap="none" rtlCol="0">
            <a:spAutoFit/>
          </a:bodyPr>
          <a:lstStyle/>
          <a:p>
            <a:pPr>
              <a:buNone/>
            </a:pPr>
            <a:r>
              <a:rPr lang="fr-FR" sz="3600" b="1" noProof="0"/>
              <a:t>Risques &amp; Solutions</a:t>
            </a:r>
          </a:p>
        </p:txBody>
      </p:sp>
      <p:sp>
        <p:nvSpPr>
          <p:cNvPr id="6" name="ZoneTexte 5">
            <a:extLst>
              <a:ext uri="{FF2B5EF4-FFF2-40B4-BE49-F238E27FC236}">
                <a16:creationId xmlns:a16="http://schemas.microsoft.com/office/drawing/2014/main" id="{E4A0C70E-D1E5-C511-441D-AC1CF6891884}"/>
              </a:ext>
            </a:extLst>
          </p:cNvPr>
          <p:cNvSpPr txBox="1"/>
          <p:nvPr/>
        </p:nvSpPr>
        <p:spPr>
          <a:xfrm>
            <a:off x="159799" y="1290341"/>
            <a:ext cx="8681864" cy="3970318"/>
          </a:xfrm>
          <a:prstGeom prst="rect">
            <a:avLst/>
          </a:prstGeom>
          <a:noFill/>
        </p:spPr>
        <p:txBody>
          <a:bodyPr wrap="none" rtlCol="0">
            <a:spAutoFit/>
          </a:bodyPr>
          <a:lstStyle/>
          <a:p>
            <a:pPr marL="457200" indent="-457200">
              <a:buFontTx/>
              <a:buChar char="-"/>
            </a:pPr>
            <a:r>
              <a:rPr lang="fr-FR" sz="2800" noProof="0"/>
              <a:t>Mal synchronisée (client / serveur)</a:t>
            </a:r>
          </a:p>
          <a:p>
            <a:pPr marL="457200" indent="-457200">
              <a:buFontTx/>
              <a:buChar char="-"/>
            </a:pPr>
            <a:endParaRPr lang="fr-FR" sz="2800" noProof="0"/>
          </a:p>
          <a:p>
            <a:pPr marL="457200" indent="-457200">
              <a:buFontTx/>
              <a:buChar char="-"/>
            </a:pPr>
            <a:r>
              <a:rPr lang="fr-FR" sz="2800" noProof="0"/>
              <a:t>IA perçue comme injuste</a:t>
            </a:r>
          </a:p>
          <a:p>
            <a:pPr marL="457200" indent="-457200">
              <a:buFontTx/>
              <a:buChar char="-"/>
            </a:pPr>
            <a:endParaRPr lang="fr-FR" sz="2800" noProof="0"/>
          </a:p>
          <a:p>
            <a:pPr marL="457200" indent="-457200">
              <a:buFontTx/>
              <a:buChar char="-"/>
            </a:pPr>
            <a:r>
              <a:rPr lang="fr-FR" sz="2800" noProof="0"/>
              <a:t>Difficulté de calibrage du gameplay</a:t>
            </a:r>
          </a:p>
          <a:p>
            <a:pPr marL="457200" indent="-457200">
              <a:buFontTx/>
              <a:buChar char="-"/>
            </a:pPr>
            <a:endParaRPr lang="fr-FR" sz="2800" noProof="0"/>
          </a:p>
          <a:p>
            <a:pPr marL="457200" indent="-457200">
              <a:buFontTx/>
              <a:buChar char="-"/>
            </a:pPr>
            <a:r>
              <a:rPr lang="fr-FR" sz="2800" noProof="0"/>
              <a:t>Sous-estimation du temps d’implémentation IA / ML</a:t>
            </a:r>
          </a:p>
          <a:p>
            <a:pPr marL="457200" indent="-457200">
              <a:buFontTx/>
              <a:buChar char="-"/>
            </a:pPr>
            <a:endParaRPr lang="fr-FR" sz="2800" noProof="0"/>
          </a:p>
          <a:p>
            <a:pPr marL="457200" indent="-457200">
              <a:buFontTx/>
              <a:buChar char="-"/>
            </a:pPr>
            <a:r>
              <a:rPr lang="fr-FR" sz="2800" noProof="0"/>
              <a:t>Faible rétention (gameplay répétitif)</a:t>
            </a:r>
          </a:p>
        </p:txBody>
      </p:sp>
      <p:pic>
        <p:nvPicPr>
          <p:cNvPr id="14" name="Graphique 13" descr="Algues marines avec un remplissage uni">
            <a:extLst>
              <a:ext uri="{FF2B5EF4-FFF2-40B4-BE49-F238E27FC236}">
                <a16:creationId xmlns:a16="http://schemas.microsoft.com/office/drawing/2014/main" id="{44941BF2-57F1-005E-01E9-EC2F4E393A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689527" y="4865925"/>
            <a:ext cx="914400" cy="914400"/>
          </a:xfrm>
          <a:prstGeom prst="rect">
            <a:avLst/>
          </a:prstGeom>
        </p:spPr>
      </p:pic>
    </p:spTree>
    <p:extLst>
      <p:ext uri="{BB962C8B-B14F-4D97-AF65-F5344CB8AC3E}">
        <p14:creationId xmlns:p14="http://schemas.microsoft.com/office/powerpoint/2010/main" val="3843522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F16B4-A887-90A6-29E4-981D0F43943C}"/>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D1478DE0-3E9D-88FF-2527-AB15B9A9607F}"/>
              </a:ext>
            </a:extLst>
          </p:cNvPr>
          <p:cNvSpPr/>
          <p:nvPr/>
        </p:nvSpPr>
        <p:spPr>
          <a:xfrm>
            <a:off x="4114474" y="792098"/>
            <a:ext cx="672860" cy="5202302"/>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9" name="Rectangle 18">
            <a:extLst>
              <a:ext uri="{FF2B5EF4-FFF2-40B4-BE49-F238E27FC236}">
                <a16:creationId xmlns:a16="http://schemas.microsoft.com/office/drawing/2014/main" id="{5A2B903F-7794-5384-1771-286557809E82}"/>
              </a:ext>
            </a:extLst>
          </p:cNvPr>
          <p:cNvSpPr/>
          <p:nvPr/>
        </p:nvSpPr>
        <p:spPr>
          <a:xfrm>
            <a:off x="2497020" y="-320709"/>
            <a:ext cx="3907766" cy="1440612"/>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5" name="Rectangle 14">
            <a:extLst>
              <a:ext uri="{FF2B5EF4-FFF2-40B4-BE49-F238E27FC236}">
                <a16:creationId xmlns:a16="http://schemas.microsoft.com/office/drawing/2014/main" id="{01F90BFF-44C2-3BC7-5723-22B9012A586A}"/>
              </a:ext>
            </a:extLst>
          </p:cNvPr>
          <p:cNvSpPr/>
          <p:nvPr/>
        </p:nvSpPr>
        <p:spPr>
          <a:xfrm>
            <a:off x="10973188" y="3613743"/>
            <a:ext cx="672860" cy="3467819"/>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6" name="Rectangle 15">
            <a:extLst>
              <a:ext uri="{FF2B5EF4-FFF2-40B4-BE49-F238E27FC236}">
                <a16:creationId xmlns:a16="http://schemas.microsoft.com/office/drawing/2014/main" id="{4E471EE0-0A27-C71A-A1BE-A0A5589E3B99}"/>
              </a:ext>
            </a:extLst>
          </p:cNvPr>
          <p:cNvSpPr/>
          <p:nvPr/>
        </p:nvSpPr>
        <p:spPr>
          <a:xfrm>
            <a:off x="9355734" y="2500936"/>
            <a:ext cx="3907766" cy="1440612"/>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7" name="Rectangle 16">
            <a:extLst>
              <a:ext uri="{FF2B5EF4-FFF2-40B4-BE49-F238E27FC236}">
                <a16:creationId xmlns:a16="http://schemas.microsoft.com/office/drawing/2014/main" id="{A7428991-F89C-7255-94E7-5079A7B0EFCD}"/>
              </a:ext>
            </a:extLst>
          </p:cNvPr>
          <p:cNvSpPr/>
          <p:nvPr/>
        </p:nvSpPr>
        <p:spPr>
          <a:xfrm>
            <a:off x="9748776" y="1517524"/>
            <a:ext cx="3121683" cy="131121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4" name="Rectangle 23">
            <a:extLst>
              <a:ext uri="{FF2B5EF4-FFF2-40B4-BE49-F238E27FC236}">
                <a16:creationId xmlns:a16="http://schemas.microsoft.com/office/drawing/2014/main" id="{1B66053C-E4B6-BA04-24FE-149111FBDBF4}"/>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DE8AFC54-CD1E-B147-41B8-C5EE23C77957}"/>
              </a:ext>
            </a:extLst>
          </p:cNvPr>
          <p:cNvSpPr txBox="1"/>
          <p:nvPr/>
        </p:nvSpPr>
        <p:spPr>
          <a:xfrm>
            <a:off x="11829142" y="6335037"/>
            <a:ext cx="362857" cy="461665"/>
          </a:xfrm>
          <a:prstGeom prst="rect">
            <a:avLst/>
          </a:prstGeom>
          <a:noFill/>
        </p:spPr>
        <p:txBody>
          <a:bodyPr wrap="square" rtlCol="0">
            <a:spAutoFit/>
          </a:bodyPr>
          <a:lstStyle/>
          <a:p>
            <a:pPr algn="r"/>
            <a:r>
              <a:rPr lang="fr-FR" sz="2400" b="1"/>
              <a:t>9</a:t>
            </a:r>
            <a:endParaRPr lang="fr-FR" sz="2400" b="1" noProof="0"/>
          </a:p>
        </p:txBody>
      </p:sp>
      <p:sp>
        <p:nvSpPr>
          <p:cNvPr id="5" name="ZoneTexte 4">
            <a:extLst>
              <a:ext uri="{FF2B5EF4-FFF2-40B4-BE49-F238E27FC236}">
                <a16:creationId xmlns:a16="http://schemas.microsoft.com/office/drawing/2014/main" id="{E8F5D5E2-B07F-D960-8A67-95EFDFF5AE62}"/>
              </a:ext>
            </a:extLst>
          </p:cNvPr>
          <p:cNvSpPr txBox="1"/>
          <p:nvPr/>
        </p:nvSpPr>
        <p:spPr>
          <a:xfrm>
            <a:off x="159799" y="142043"/>
            <a:ext cx="2111475" cy="646331"/>
          </a:xfrm>
          <a:prstGeom prst="rect">
            <a:avLst/>
          </a:prstGeom>
          <a:noFill/>
        </p:spPr>
        <p:txBody>
          <a:bodyPr wrap="none" rtlCol="0">
            <a:spAutoFit/>
          </a:bodyPr>
          <a:lstStyle/>
          <a:p>
            <a:pPr>
              <a:buNone/>
            </a:pPr>
            <a:r>
              <a:rPr lang="fr-FR" sz="3600" b="1" noProof="0"/>
              <a:t>Planning </a:t>
            </a:r>
          </a:p>
        </p:txBody>
      </p:sp>
      <p:sp>
        <p:nvSpPr>
          <p:cNvPr id="7" name="ZoneTexte 6">
            <a:extLst>
              <a:ext uri="{FF2B5EF4-FFF2-40B4-BE49-F238E27FC236}">
                <a16:creationId xmlns:a16="http://schemas.microsoft.com/office/drawing/2014/main" id="{CF2CD504-5434-BD4B-D84B-196C2E08D06F}"/>
              </a:ext>
            </a:extLst>
          </p:cNvPr>
          <p:cNvSpPr txBox="1"/>
          <p:nvPr/>
        </p:nvSpPr>
        <p:spPr>
          <a:xfrm>
            <a:off x="159799" y="1229550"/>
            <a:ext cx="2987613" cy="1692771"/>
          </a:xfrm>
          <a:prstGeom prst="rect">
            <a:avLst/>
          </a:prstGeom>
          <a:noFill/>
        </p:spPr>
        <p:txBody>
          <a:bodyPr wrap="none" rtlCol="0">
            <a:spAutoFit/>
          </a:bodyPr>
          <a:lstStyle/>
          <a:p>
            <a:r>
              <a:rPr lang="fr-FR" sz="2800" b="1" noProof="0"/>
              <a:t>Itération 1</a:t>
            </a:r>
          </a:p>
          <a:p>
            <a:pPr marL="457200" indent="-457200">
              <a:buFontTx/>
              <a:buChar char="-"/>
            </a:pPr>
            <a:r>
              <a:rPr lang="fr-FR" sz="2400" noProof="0"/>
              <a:t>Prototype jouable</a:t>
            </a:r>
          </a:p>
          <a:p>
            <a:pPr marL="457200" indent="-457200">
              <a:buFontTx/>
              <a:buChar char="-"/>
            </a:pPr>
            <a:endParaRPr lang="fr-FR" sz="2400" noProof="0"/>
          </a:p>
          <a:p>
            <a:pPr marL="457200" indent="-457200">
              <a:buFontTx/>
              <a:buChar char="-"/>
            </a:pPr>
            <a:endParaRPr lang="fr-FR" sz="2800" noProof="0"/>
          </a:p>
        </p:txBody>
      </p:sp>
      <p:sp>
        <p:nvSpPr>
          <p:cNvPr id="8" name="ZoneTexte 7">
            <a:extLst>
              <a:ext uri="{FF2B5EF4-FFF2-40B4-BE49-F238E27FC236}">
                <a16:creationId xmlns:a16="http://schemas.microsoft.com/office/drawing/2014/main" id="{F8451BEF-7602-2BF4-D4C5-0ADA1D1DCD53}"/>
              </a:ext>
            </a:extLst>
          </p:cNvPr>
          <p:cNvSpPr txBox="1"/>
          <p:nvPr/>
        </p:nvSpPr>
        <p:spPr>
          <a:xfrm>
            <a:off x="159799" y="2507170"/>
            <a:ext cx="2602828" cy="1323439"/>
          </a:xfrm>
          <a:prstGeom prst="rect">
            <a:avLst/>
          </a:prstGeom>
          <a:noFill/>
        </p:spPr>
        <p:txBody>
          <a:bodyPr wrap="none" rtlCol="0">
            <a:spAutoFit/>
          </a:bodyPr>
          <a:lstStyle/>
          <a:p>
            <a:r>
              <a:rPr lang="fr-FR" sz="2800" b="1" noProof="0"/>
              <a:t>Itération 2</a:t>
            </a:r>
          </a:p>
          <a:p>
            <a:pPr marL="457200" indent="-457200">
              <a:buFontTx/>
              <a:buChar char="-"/>
            </a:pPr>
            <a:r>
              <a:rPr lang="fr-FR" sz="2400" noProof="0" err="1"/>
              <a:t>Behaviour</a:t>
            </a:r>
            <a:r>
              <a:rPr lang="fr-FR" sz="2400" noProof="0"/>
              <a:t> </a:t>
            </a:r>
            <a:r>
              <a:rPr lang="fr-FR" sz="2400" noProof="0" err="1"/>
              <a:t>Tree</a:t>
            </a:r>
            <a:endParaRPr lang="fr-FR" sz="2400" noProof="0"/>
          </a:p>
          <a:p>
            <a:endParaRPr lang="fr-FR" sz="2800" noProof="0"/>
          </a:p>
        </p:txBody>
      </p:sp>
      <p:sp>
        <p:nvSpPr>
          <p:cNvPr id="9" name="ZoneTexte 8">
            <a:extLst>
              <a:ext uri="{FF2B5EF4-FFF2-40B4-BE49-F238E27FC236}">
                <a16:creationId xmlns:a16="http://schemas.microsoft.com/office/drawing/2014/main" id="{855D1D50-3AB2-09E0-F8D7-F6C5EE4127F3}"/>
              </a:ext>
            </a:extLst>
          </p:cNvPr>
          <p:cNvSpPr txBox="1"/>
          <p:nvPr/>
        </p:nvSpPr>
        <p:spPr>
          <a:xfrm>
            <a:off x="159799" y="3924110"/>
            <a:ext cx="3519361" cy="892552"/>
          </a:xfrm>
          <a:prstGeom prst="rect">
            <a:avLst/>
          </a:prstGeom>
          <a:noFill/>
        </p:spPr>
        <p:txBody>
          <a:bodyPr wrap="none" rtlCol="0">
            <a:spAutoFit/>
          </a:bodyPr>
          <a:lstStyle/>
          <a:p>
            <a:r>
              <a:rPr lang="fr-FR" sz="2800" b="1" noProof="0"/>
              <a:t>Itération 3</a:t>
            </a:r>
          </a:p>
          <a:p>
            <a:pPr marL="457200" indent="-457200">
              <a:buFontTx/>
              <a:buChar char="-"/>
            </a:pPr>
            <a:r>
              <a:rPr lang="fr-FR" sz="2400" noProof="0"/>
              <a:t>BT + Ajout Gameplay*</a:t>
            </a:r>
          </a:p>
        </p:txBody>
      </p:sp>
      <p:sp>
        <p:nvSpPr>
          <p:cNvPr id="10" name="ZoneTexte 9">
            <a:extLst>
              <a:ext uri="{FF2B5EF4-FFF2-40B4-BE49-F238E27FC236}">
                <a16:creationId xmlns:a16="http://schemas.microsoft.com/office/drawing/2014/main" id="{0DA8E346-3789-122D-1586-3AA55FFE483D}"/>
              </a:ext>
            </a:extLst>
          </p:cNvPr>
          <p:cNvSpPr txBox="1"/>
          <p:nvPr/>
        </p:nvSpPr>
        <p:spPr>
          <a:xfrm>
            <a:off x="5580755" y="1219580"/>
            <a:ext cx="3365024" cy="892552"/>
          </a:xfrm>
          <a:prstGeom prst="rect">
            <a:avLst/>
          </a:prstGeom>
          <a:noFill/>
        </p:spPr>
        <p:txBody>
          <a:bodyPr wrap="none" rtlCol="0">
            <a:spAutoFit/>
          </a:bodyPr>
          <a:lstStyle/>
          <a:p>
            <a:r>
              <a:rPr lang="fr-FR" sz="2800" b="1" noProof="0"/>
              <a:t>Itération 4</a:t>
            </a:r>
          </a:p>
          <a:p>
            <a:pPr marL="457200" indent="-457200">
              <a:buFontTx/>
              <a:buChar char="-"/>
            </a:pPr>
            <a:r>
              <a:rPr lang="fr-FR" sz="2400" noProof="0"/>
              <a:t>Commencement ML</a:t>
            </a:r>
          </a:p>
        </p:txBody>
      </p:sp>
      <p:sp>
        <p:nvSpPr>
          <p:cNvPr id="11" name="ZoneTexte 10">
            <a:extLst>
              <a:ext uri="{FF2B5EF4-FFF2-40B4-BE49-F238E27FC236}">
                <a16:creationId xmlns:a16="http://schemas.microsoft.com/office/drawing/2014/main" id="{EFE53793-4186-CAC5-4747-2761AAD1A37B}"/>
              </a:ext>
            </a:extLst>
          </p:cNvPr>
          <p:cNvSpPr txBox="1"/>
          <p:nvPr/>
        </p:nvSpPr>
        <p:spPr>
          <a:xfrm>
            <a:off x="5580755" y="2500936"/>
            <a:ext cx="3200492" cy="1261884"/>
          </a:xfrm>
          <a:prstGeom prst="rect">
            <a:avLst/>
          </a:prstGeom>
          <a:noFill/>
        </p:spPr>
        <p:txBody>
          <a:bodyPr wrap="none" rtlCol="0">
            <a:spAutoFit/>
          </a:bodyPr>
          <a:lstStyle/>
          <a:p>
            <a:r>
              <a:rPr lang="fr-FR" sz="2800" b="1" noProof="0"/>
              <a:t>Itération 5</a:t>
            </a:r>
          </a:p>
          <a:p>
            <a:pPr marL="457200" indent="-457200">
              <a:buFontTx/>
              <a:buChar char="-"/>
            </a:pPr>
            <a:r>
              <a:rPr lang="fr-FR" sz="2400" noProof="0"/>
              <a:t>ML + IA  Lapin pour </a:t>
            </a:r>
            <a:br>
              <a:rPr lang="fr-FR" sz="2400" noProof="0"/>
            </a:br>
            <a:r>
              <a:rPr lang="fr-FR" sz="2400" noProof="0"/>
              <a:t>entrainer le hunter</a:t>
            </a:r>
          </a:p>
        </p:txBody>
      </p:sp>
      <p:sp>
        <p:nvSpPr>
          <p:cNvPr id="12" name="ZoneTexte 11">
            <a:extLst>
              <a:ext uri="{FF2B5EF4-FFF2-40B4-BE49-F238E27FC236}">
                <a16:creationId xmlns:a16="http://schemas.microsoft.com/office/drawing/2014/main" id="{65279B79-1DF0-3CCC-33C0-00129F85E2A9}"/>
              </a:ext>
            </a:extLst>
          </p:cNvPr>
          <p:cNvSpPr txBox="1"/>
          <p:nvPr/>
        </p:nvSpPr>
        <p:spPr>
          <a:xfrm>
            <a:off x="5580756" y="3911110"/>
            <a:ext cx="4020139" cy="892552"/>
          </a:xfrm>
          <a:prstGeom prst="rect">
            <a:avLst/>
          </a:prstGeom>
          <a:noFill/>
        </p:spPr>
        <p:txBody>
          <a:bodyPr wrap="none" rtlCol="0">
            <a:spAutoFit/>
          </a:bodyPr>
          <a:lstStyle/>
          <a:p>
            <a:r>
              <a:rPr lang="fr-FR" sz="2800" b="1" noProof="0"/>
              <a:t>Itération 6</a:t>
            </a:r>
          </a:p>
          <a:p>
            <a:pPr marL="457200" indent="-457200">
              <a:buFontTx/>
              <a:buChar char="-"/>
            </a:pPr>
            <a:r>
              <a:rPr lang="fr-FR" sz="2400" noProof="0"/>
              <a:t>Finition / Amélioration ML</a:t>
            </a:r>
          </a:p>
        </p:txBody>
      </p:sp>
      <p:pic>
        <p:nvPicPr>
          <p:cNvPr id="2" name="Graphique 1" descr="Fleur avec un remplissage uni">
            <a:extLst>
              <a:ext uri="{FF2B5EF4-FFF2-40B4-BE49-F238E27FC236}">
                <a16:creationId xmlns:a16="http://schemas.microsoft.com/office/drawing/2014/main" id="{56B04692-E231-209D-46E9-F9947247F38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695197" y="4952437"/>
            <a:ext cx="914400" cy="914400"/>
          </a:xfrm>
          <a:prstGeom prst="rect">
            <a:avLst/>
          </a:prstGeom>
        </p:spPr>
      </p:pic>
    </p:spTree>
    <p:extLst>
      <p:ext uri="{BB962C8B-B14F-4D97-AF65-F5344CB8AC3E}">
        <p14:creationId xmlns:p14="http://schemas.microsoft.com/office/powerpoint/2010/main" val="19855997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FECD4-9925-3308-1040-59BD44D9A118}"/>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1CCD32A9-EDF4-B728-53D0-AE8BE0F83ADE}"/>
              </a:ext>
            </a:extLst>
          </p:cNvPr>
          <p:cNvSpPr/>
          <p:nvPr/>
        </p:nvSpPr>
        <p:spPr>
          <a:xfrm>
            <a:off x="10689319" y="1303446"/>
            <a:ext cx="672860" cy="5202302"/>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9" name="Rectangle 18">
            <a:extLst>
              <a:ext uri="{FF2B5EF4-FFF2-40B4-BE49-F238E27FC236}">
                <a16:creationId xmlns:a16="http://schemas.microsoft.com/office/drawing/2014/main" id="{84155B75-9949-0C43-EB41-FF0246C3C56B}"/>
              </a:ext>
            </a:extLst>
          </p:cNvPr>
          <p:cNvSpPr/>
          <p:nvPr/>
        </p:nvSpPr>
        <p:spPr>
          <a:xfrm>
            <a:off x="9071865" y="190639"/>
            <a:ext cx="3907766" cy="1440612"/>
          </a:xfrm>
          <a:prstGeom prst="rect">
            <a:avLst/>
          </a:prstGeom>
          <a:solidFill>
            <a:srgbClr val="A11D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5" name="Rectangle 14">
            <a:extLst>
              <a:ext uri="{FF2B5EF4-FFF2-40B4-BE49-F238E27FC236}">
                <a16:creationId xmlns:a16="http://schemas.microsoft.com/office/drawing/2014/main" id="{3BEB9ADA-72D8-FD12-4CD0-03A3D622F9FA}"/>
              </a:ext>
            </a:extLst>
          </p:cNvPr>
          <p:cNvSpPr/>
          <p:nvPr/>
        </p:nvSpPr>
        <p:spPr>
          <a:xfrm>
            <a:off x="9431585" y="4424234"/>
            <a:ext cx="672860" cy="3467819"/>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6" name="Rectangle 15">
            <a:extLst>
              <a:ext uri="{FF2B5EF4-FFF2-40B4-BE49-F238E27FC236}">
                <a16:creationId xmlns:a16="http://schemas.microsoft.com/office/drawing/2014/main" id="{E80888F6-5F0A-C56A-1D20-829E220911FA}"/>
              </a:ext>
            </a:extLst>
          </p:cNvPr>
          <p:cNvSpPr/>
          <p:nvPr/>
        </p:nvSpPr>
        <p:spPr>
          <a:xfrm>
            <a:off x="7814131" y="3311427"/>
            <a:ext cx="3907766" cy="1440612"/>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7" name="Rectangle 16">
            <a:extLst>
              <a:ext uri="{FF2B5EF4-FFF2-40B4-BE49-F238E27FC236}">
                <a16:creationId xmlns:a16="http://schemas.microsoft.com/office/drawing/2014/main" id="{73F63AE9-296F-D418-531F-52963081154D}"/>
              </a:ext>
            </a:extLst>
          </p:cNvPr>
          <p:cNvSpPr/>
          <p:nvPr/>
        </p:nvSpPr>
        <p:spPr>
          <a:xfrm>
            <a:off x="8207173" y="2328015"/>
            <a:ext cx="3121683" cy="131121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4" name="Rectangle 23">
            <a:extLst>
              <a:ext uri="{FF2B5EF4-FFF2-40B4-BE49-F238E27FC236}">
                <a16:creationId xmlns:a16="http://schemas.microsoft.com/office/drawing/2014/main" id="{CE656D7A-3EC9-1F05-9BB6-0669929D51A3}"/>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4" name="ZoneTexte 3">
            <a:extLst>
              <a:ext uri="{FF2B5EF4-FFF2-40B4-BE49-F238E27FC236}">
                <a16:creationId xmlns:a16="http://schemas.microsoft.com/office/drawing/2014/main" id="{9689F1D2-833F-5BA8-8CFB-FEB2E80112B9}"/>
              </a:ext>
            </a:extLst>
          </p:cNvPr>
          <p:cNvSpPr txBox="1"/>
          <p:nvPr/>
        </p:nvSpPr>
        <p:spPr>
          <a:xfrm>
            <a:off x="11612880" y="6335037"/>
            <a:ext cx="579120" cy="461665"/>
          </a:xfrm>
          <a:prstGeom prst="rect">
            <a:avLst/>
          </a:prstGeom>
          <a:noFill/>
        </p:spPr>
        <p:txBody>
          <a:bodyPr wrap="square" rtlCol="0">
            <a:spAutoFit/>
          </a:bodyPr>
          <a:lstStyle/>
          <a:p>
            <a:pPr algn="r"/>
            <a:r>
              <a:rPr lang="fr-FR" sz="2400" b="1"/>
              <a:t>10</a:t>
            </a:r>
            <a:endParaRPr lang="fr-FR" sz="2400" b="1" noProof="0"/>
          </a:p>
        </p:txBody>
      </p:sp>
      <p:sp>
        <p:nvSpPr>
          <p:cNvPr id="5" name="ZoneTexte 4">
            <a:extLst>
              <a:ext uri="{FF2B5EF4-FFF2-40B4-BE49-F238E27FC236}">
                <a16:creationId xmlns:a16="http://schemas.microsoft.com/office/drawing/2014/main" id="{81B52968-F104-A350-58A5-991AF27C1353}"/>
              </a:ext>
            </a:extLst>
          </p:cNvPr>
          <p:cNvSpPr txBox="1"/>
          <p:nvPr/>
        </p:nvSpPr>
        <p:spPr>
          <a:xfrm>
            <a:off x="159799" y="142043"/>
            <a:ext cx="2401940" cy="646331"/>
          </a:xfrm>
          <a:prstGeom prst="rect">
            <a:avLst/>
          </a:prstGeom>
          <a:noFill/>
        </p:spPr>
        <p:txBody>
          <a:bodyPr wrap="none" rtlCol="0">
            <a:spAutoFit/>
          </a:bodyPr>
          <a:lstStyle/>
          <a:p>
            <a:pPr>
              <a:buNone/>
            </a:pPr>
            <a:r>
              <a:rPr lang="fr-FR" sz="3600" b="1"/>
              <a:t>Itération 1</a:t>
            </a:r>
            <a:r>
              <a:rPr lang="fr-FR" sz="3600" b="1" noProof="0"/>
              <a:t> </a:t>
            </a:r>
          </a:p>
        </p:txBody>
      </p:sp>
      <p:sp>
        <p:nvSpPr>
          <p:cNvPr id="7" name="ZoneTexte 6">
            <a:extLst>
              <a:ext uri="{FF2B5EF4-FFF2-40B4-BE49-F238E27FC236}">
                <a16:creationId xmlns:a16="http://schemas.microsoft.com/office/drawing/2014/main" id="{52642B29-C2FD-AA77-C43E-F6A9EB91DAC1}"/>
              </a:ext>
            </a:extLst>
          </p:cNvPr>
          <p:cNvSpPr txBox="1"/>
          <p:nvPr/>
        </p:nvSpPr>
        <p:spPr>
          <a:xfrm>
            <a:off x="159799" y="1229550"/>
            <a:ext cx="5029967" cy="5570756"/>
          </a:xfrm>
          <a:prstGeom prst="rect">
            <a:avLst/>
          </a:prstGeom>
          <a:noFill/>
        </p:spPr>
        <p:txBody>
          <a:bodyPr wrap="none" rtlCol="0">
            <a:spAutoFit/>
          </a:bodyPr>
          <a:lstStyle/>
          <a:p>
            <a:r>
              <a:rPr lang="fr-FR" sz="2800" b="1"/>
              <a:t>Prototype jouable : </a:t>
            </a:r>
          </a:p>
          <a:p>
            <a:endParaRPr lang="fr-FR" sz="2800" b="1"/>
          </a:p>
          <a:p>
            <a:pPr marL="457200" indent="-457200">
              <a:buFontTx/>
              <a:buChar char="-"/>
            </a:pPr>
            <a:r>
              <a:rPr lang="fr-FR" sz="2800"/>
              <a:t>Classe Hunter / Lapin</a:t>
            </a:r>
          </a:p>
          <a:p>
            <a:pPr marL="457200" indent="-457200">
              <a:buFontTx/>
              <a:buChar char="-"/>
            </a:pPr>
            <a:r>
              <a:rPr lang="fr-FR" sz="2800"/>
              <a:t>Déplacement Hunter / Lapin</a:t>
            </a:r>
          </a:p>
          <a:p>
            <a:pPr marL="457200" indent="-457200">
              <a:buFontTx/>
              <a:buChar char="-"/>
            </a:pPr>
            <a:r>
              <a:rPr lang="fr-FR" sz="2800"/>
              <a:t>Faim / Vie Lapin</a:t>
            </a:r>
          </a:p>
          <a:p>
            <a:pPr marL="457200" indent="-457200">
              <a:buFontTx/>
              <a:buChar char="-"/>
            </a:pPr>
            <a:r>
              <a:rPr lang="fr-FR" sz="2800"/>
              <a:t>Attaque Hunter</a:t>
            </a:r>
          </a:p>
          <a:p>
            <a:pPr marL="457200" indent="-457200">
              <a:buFontTx/>
              <a:buChar char="-"/>
            </a:pPr>
            <a:r>
              <a:rPr lang="fr-FR" sz="2800"/>
              <a:t>Nourriture Lapin</a:t>
            </a:r>
          </a:p>
          <a:p>
            <a:pPr marL="457200" indent="-457200">
              <a:buFontTx/>
              <a:buChar char="-"/>
            </a:pPr>
            <a:r>
              <a:rPr lang="fr-FR" sz="2800"/>
              <a:t>Menu lancement partie</a:t>
            </a:r>
          </a:p>
          <a:p>
            <a:pPr marL="457200" indent="-457200">
              <a:buFontTx/>
              <a:buChar char="-"/>
            </a:pPr>
            <a:endParaRPr lang="fr-FR" sz="2800"/>
          </a:p>
          <a:p>
            <a:endParaRPr lang="fr-FR" sz="2800"/>
          </a:p>
          <a:p>
            <a:pPr marL="342900" indent="-342900">
              <a:buFontTx/>
              <a:buChar char="-"/>
            </a:pPr>
            <a:endParaRPr lang="fr-FR" sz="2400" noProof="0"/>
          </a:p>
          <a:p>
            <a:pPr marL="457200" indent="-457200">
              <a:buFontTx/>
              <a:buChar char="-"/>
            </a:pPr>
            <a:endParaRPr lang="fr-FR" sz="2400" noProof="0"/>
          </a:p>
          <a:p>
            <a:pPr marL="457200" indent="-457200">
              <a:buFontTx/>
              <a:buChar char="-"/>
            </a:pPr>
            <a:endParaRPr lang="fr-FR" sz="2800" noProof="0"/>
          </a:p>
        </p:txBody>
      </p:sp>
      <p:sp>
        <p:nvSpPr>
          <p:cNvPr id="3" name="ZoneTexte 2">
            <a:extLst>
              <a:ext uri="{FF2B5EF4-FFF2-40B4-BE49-F238E27FC236}">
                <a16:creationId xmlns:a16="http://schemas.microsoft.com/office/drawing/2014/main" id="{D05B9EEE-E670-163F-CACA-F9106B07FCAA}"/>
              </a:ext>
            </a:extLst>
          </p:cNvPr>
          <p:cNvSpPr txBox="1"/>
          <p:nvPr/>
        </p:nvSpPr>
        <p:spPr>
          <a:xfrm>
            <a:off x="5755559" y="1229550"/>
            <a:ext cx="2315057" cy="4278094"/>
          </a:xfrm>
          <a:prstGeom prst="rect">
            <a:avLst/>
          </a:prstGeom>
          <a:noFill/>
        </p:spPr>
        <p:txBody>
          <a:bodyPr wrap="none" rtlCol="0">
            <a:spAutoFit/>
          </a:bodyPr>
          <a:lstStyle/>
          <a:p>
            <a:r>
              <a:rPr lang="fr-FR" sz="2800" b="1"/>
              <a:t>Si le temps : </a:t>
            </a:r>
          </a:p>
          <a:p>
            <a:pPr marL="457200" indent="-457200">
              <a:buFontTx/>
              <a:buChar char="-"/>
            </a:pPr>
            <a:r>
              <a:rPr lang="fr-FR" sz="2800"/>
              <a:t>Modèle 3D</a:t>
            </a:r>
          </a:p>
          <a:p>
            <a:pPr marL="457200" indent="-457200">
              <a:buFontTx/>
              <a:buChar char="-"/>
            </a:pPr>
            <a:r>
              <a:rPr lang="fr-FR" sz="2800" err="1"/>
              <a:t>Map</a:t>
            </a:r>
            <a:endParaRPr lang="fr-FR" sz="2800"/>
          </a:p>
          <a:p>
            <a:pPr marL="457200" indent="-457200">
              <a:buFontTx/>
              <a:buChar char="-"/>
            </a:pPr>
            <a:r>
              <a:rPr lang="fr-FR" sz="2800"/>
              <a:t>Animation</a:t>
            </a:r>
          </a:p>
          <a:p>
            <a:pPr marL="457200" indent="-457200">
              <a:buFontTx/>
              <a:buChar char="-"/>
            </a:pPr>
            <a:endParaRPr lang="fr-FR" sz="2800"/>
          </a:p>
          <a:p>
            <a:pPr marL="457200" indent="-457200">
              <a:buFontTx/>
              <a:buChar char="-"/>
            </a:pPr>
            <a:endParaRPr lang="fr-FR" sz="2800"/>
          </a:p>
          <a:p>
            <a:endParaRPr lang="fr-FR" sz="2800"/>
          </a:p>
          <a:p>
            <a:pPr marL="342900" indent="-342900">
              <a:buFontTx/>
              <a:buChar char="-"/>
            </a:pPr>
            <a:endParaRPr lang="fr-FR" sz="2400" noProof="0"/>
          </a:p>
          <a:p>
            <a:pPr marL="457200" indent="-457200">
              <a:buFontTx/>
              <a:buChar char="-"/>
            </a:pPr>
            <a:endParaRPr lang="fr-FR" sz="2400" noProof="0"/>
          </a:p>
          <a:p>
            <a:pPr marL="457200" indent="-457200">
              <a:buFontTx/>
              <a:buChar char="-"/>
            </a:pPr>
            <a:endParaRPr lang="fr-FR" sz="2800" noProof="0"/>
          </a:p>
        </p:txBody>
      </p:sp>
      <p:pic>
        <p:nvPicPr>
          <p:cNvPr id="6" name="Graphique 5" descr="Algues marines avec un remplissage uni">
            <a:extLst>
              <a:ext uri="{FF2B5EF4-FFF2-40B4-BE49-F238E27FC236}">
                <a16:creationId xmlns:a16="http://schemas.microsoft.com/office/drawing/2014/main" id="{DFBA8540-9FE9-6035-A4BA-796BDFD1059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8752" y="4848226"/>
            <a:ext cx="914400" cy="914400"/>
          </a:xfrm>
          <a:prstGeom prst="rect">
            <a:avLst/>
          </a:prstGeom>
        </p:spPr>
      </p:pic>
    </p:spTree>
    <p:extLst>
      <p:ext uri="{BB962C8B-B14F-4D97-AF65-F5344CB8AC3E}">
        <p14:creationId xmlns:p14="http://schemas.microsoft.com/office/powerpoint/2010/main" val="129211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7221B-317E-CF70-1FDF-40C5F9E7A9ED}"/>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8E24E9E6-DFB6-8F74-A93F-CD28FDE80D91}"/>
              </a:ext>
            </a:extLst>
          </p:cNvPr>
          <p:cNvSpPr/>
          <p:nvPr/>
        </p:nvSpPr>
        <p:spPr>
          <a:xfrm>
            <a:off x="7568661" y="3832664"/>
            <a:ext cx="672860" cy="3467819"/>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4" name="Rectangle 13">
            <a:extLst>
              <a:ext uri="{FF2B5EF4-FFF2-40B4-BE49-F238E27FC236}">
                <a16:creationId xmlns:a16="http://schemas.microsoft.com/office/drawing/2014/main" id="{F18B44E3-C2CF-173A-E6B8-859CA56EE41F}"/>
              </a:ext>
            </a:extLst>
          </p:cNvPr>
          <p:cNvSpPr/>
          <p:nvPr/>
        </p:nvSpPr>
        <p:spPr>
          <a:xfrm>
            <a:off x="5951207" y="2719857"/>
            <a:ext cx="3907766" cy="1440612"/>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5" name="Rectangle 14">
            <a:extLst>
              <a:ext uri="{FF2B5EF4-FFF2-40B4-BE49-F238E27FC236}">
                <a16:creationId xmlns:a16="http://schemas.microsoft.com/office/drawing/2014/main" id="{A947BD35-B53A-3877-F804-3A193DCEAEA4}"/>
              </a:ext>
            </a:extLst>
          </p:cNvPr>
          <p:cNvSpPr/>
          <p:nvPr/>
        </p:nvSpPr>
        <p:spPr>
          <a:xfrm>
            <a:off x="6344249" y="1736445"/>
            <a:ext cx="3121683" cy="131121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9" name="Rectangle 18">
            <a:extLst>
              <a:ext uri="{FF2B5EF4-FFF2-40B4-BE49-F238E27FC236}">
                <a16:creationId xmlns:a16="http://schemas.microsoft.com/office/drawing/2014/main" id="{928109D2-4E74-6D73-EFF0-0087B9F66260}"/>
              </a:ext>
            </a:extLst>
          </p:cNvPr>
          <p:cNvSpPr/>
          <p:nvPr/>
        </p:nvSpPr>
        <p:spPr>
          <a:xfrm>
            <a:off x="9198031" y="-127068"/>
            <a:ext cx="672860" cy="6493911"/>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0" name="Rectangle 19">
            <a:extLst>
              <a:ext uri="{FF2B5EF4-FFF2-40B4-BE49-F238E27FC236}">
                <a16:creationId xmlns:a16="http://schemas.microsoft.com/office/drawing/2014/main" id="{43A9D570-8CD8-8696-E18A-1D5381CA0CE4}"/>
              </a:ext>
            </a:extLst>
          </p:cNvPr>
          <p:cNvSpPr/>
          <p:nvPr/>
        </p:nvSpPr>
        <p:spPr>
          <a:xfrm>
            <a:off x="7580578" y="-1439721"/>
            <a:ext cx="3907766" cy="174684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 name="Rectangle 1">
            <a:extLst>
              <a:ext uri="{FF2B5EF4-FFF2-40B4-BE49-F238E27FC236}">
                <a16:creationId xmlns:a16="http://schemas.microsoft.com/office/drawing/2014/main" id="{BEA5CDE6-81EC-2028-BC2C-833111B2F230}"/>
              </a:ext>
            </a:extLst>
          </p:cNvPr>
          <p:cNvSpPr/>
          <p:nvPr/>
        </p:nvSpPr>
        <p:spPr>
          <a:xfrm>
            <a:off x="10956055" y="1014108"/>
            <a:ext cx="672860" cy="5483524"/>
          </a:xfrm>
          <a:prstGeom prst="rect">
            <a:avLst/>
          </a:prstGeom>
          <a:solidFill>
            <a:srgbClr val="AB57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3" name="Rectangle 2">
            <a:extLst>
              <a:ext uri="{FF2B5EF4-FFF2-40B4-BE49-F238E27FC236}">
                <a16:creationId xmlns:a16="http://schemas.microsoft.com/office/drawing/2014/main" id="{122AB683-1BD7-717E-2A05-4D694B96F0E0}"/>
              </a:ext>
            </a:extLst>
          </p:cNvPr>
          <p:cNvSpPr/>
          <p:nvPr/>
        </p:nvSpPr>
        <p:spPr>
          <a:xfrm>
            <a:off x="9338601" y="3256975"/>
            <a:ext cx="3907766"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6" name="Rectangle 15">
            <a:extLst>
              <a:ext uri="{FF2B5EF4-FFF2-40B4-BE49-F238E27FC236}">
                <a16:creationId xmlns:a16="http://schemas.microsoft.com/office/drawing/2014/main" id="{6914B499-A797-DF1C-0DD6-966AA1CF7A43}"/>
              </a:ext>
            </a:extLst>
          </p:cNvPr>
          <p:cNvSpPr/>
          <p:nvPr/>
        </p:nvSpPr>
        <p:spPr>
          <a:xfrm>
            <a:off x="9711650" y="1208202"/>
            <a:ext cx="3121683"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7" name="Rectangle 16">
            <a:extLst>
              <a:ext uri="{FF2B5EF4-FFF2-40B4-BE49-F238E27FC236}">
                <a16:creationId xmlns:a16="http://schemas.microsoft.com/office/drawing/2014/main" id="{1224AD90-C7A3-092E-298E-C714BEC41538}"/>
              </a:ext>
            </a:extLst>
          </p:cNvPr>
          <p:cNvSpPr/>
          <p:nvPr/>
        </p:nvSpPr>
        <p:spPr>
          <a:xfrm>
            <a:off x="9499178" y="2244810"/>
            <a:ext cx="3586612" cy="842514"/>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18" name="Rectangle 17">
            <a:extLst>
              <a:ext uri="{FF2B5EF4-FFF2-40B4-BE49-F238E27FC236}">
                <a16:creationId xmlns:a16="http://schemas.microsoft.com/office/drawing/2014/main" id="{B149696F-7AD8-C2BD-D668-C783B92BC437}"/>
              </a:ext>
            </a:extLst>
          </p:cNvPr>
          <p:cNvSpPr/>
          <p:nvPr/>
        </p:nvSpPr>
        <p:spPr>
          <a:xfrm>
            <a:off x="10107589" y="453390"/>
            <a:ext cx="2369790" cy="560718"/>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sp>
        <p:nvSpPr>
          <p:cNvPr id="21" name="Rectangle 20">
            <a:extLst>
              <a:ext uri="{FF2B5EF4-FFF2-40B4-BE49-F238E27FC236}">
                <a16:creationId xmlns:a16="http://schemas.microsoft.com/office/drawing/2014/main" id="{2AE92785-DFEA-5A80-8789-FB7DF9189D94}"/>
              </a:ext>
            </a:extLst>
          </p:cNvPr>
          <p:cNvSpPr/>
          <p:nvPr/>
        </p:nvSpPr>
        <p:spPr>
          <a:xfrm>
            <a:off x="-1733549" y="5762626"/>
            <a:ext cx="15986578" cy="16064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a:p>
        </p:txBody>
      </p:sp>
      <p:pic>
        <p:nvPicPr>
          <p:cNvPr id="22" name="Graphique 21" descr="Lapin avec un remplissage uni">
            <a:extLst>
              <a:ext uri="{FF2B5EF4-FFF2-40B4-BE49-F238E27FC236}">
                <a16:creationId xmlns:a16="http://schemas.microsoft.com/office/drawing/2014/main" id="{9F52D961-1C29-42F9-5253-8BA64F23A3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flipH="1">
            <a:off x="6000789" y="4589231"/>
            <a:ext cx="1397380" cy="1397380"/>
          </a:xfrm>
          <a:prstGeom prst="rect">
            <a:avLst/>
          </a:prstGeom>
        </p:spPr>
      </p:pic>
      <p:sp>
        <p:nvSpPr>
          <p:cNvPr id="24" name="ZoneTexte 23">
            <a:extLst>
              <a:ext uri="{FF2B5EF4-FFF2-40B4-BE49-F238E27FC236}">
                <a16:creationId xmlns:a16="http://schemas.microsoft.com/office/drawing/2014/main" id="{CBA8BA6F-C75A-6148-AD7D-C30BE8491374}"/>
              </a:ext>
            </a:extLst>
          </p:cNvPr>
          <p:cNvSpPr txBox="1"/>
          <p:nvPr/>
        </p:nvSpPr>
        <p:spPr>
          <a:xfrm>
            <a:off x="202085" y="225103"/>
            <a:ext cx="2861681" cy="707886"/>
          </a:xfrm>
          <a:prstGeom prst="rect">
            <a:avLst/>
          </a:prstGeom>
          <a:noFill/>
        </p:spPr>
        <p:txBody>
          <a:bodyPr wrap="none" rtlCol="0">
            <a:spAutoFit/>
          </a:bodyPr>
          <a:lstStyle/>
          <a:p>
            <a:r>
              <a:rPr lang="fr-FR" sz="4000" b="1" noProof="0"/>
              <a:t>Conclusion</a:t>
            </a:r>
            <a:endParaRPr lang="fr-FR" sz="4400" b="1" noProof="0"/>
          </a:p>
        </p:txBody>
      </p:sp>
      <p:sp>
        <p:nvSpPr>
          <p:cNvPr id="4" name="ZoneTexte 3">
            <a:extLst>
              <a:ext uri="{FF2B5EF4-FFF2-40B4-BE49-F238E27FC236}">
                <a16:creationId xmlns:a16="http://schemas.microsoft.com/office/drawing/2014/main" id="{16961756-39AF-D544-9303-8D71317D45DB}"/>
              </a:ext>
            </a:extLst>
          </p:cNvPr>
          <p:cNvSpPr txBox="1"/>
          <p:nvPr/>
        </p:nvSpPr>
        <p:spPr>
          <a:xfrm>
            <a:off x="11567824" y="6335037"/>
            <a:ext cx="624176" cy="461665"/>
          </a:xfrm>
          <a:prstGeom prst="rect">
            <a:avLst/>
          </a:prstGeom>
          <a:noFill/>
        </p:spPr>
        <p:txBody>
          <a:bodyPr wrap="square" rtlCol="0">
            <a:spAutoFit/>
          </a:bodyPr>
          <a:lstStyle/>
          <a:p>
            <a:pPr algn="r"/>
            <a:r>
              <a:rPr lang="fr-FR" sz="2400" b="1" noProof="0"/>
              <a:t>11</a:t>
            </a:r>
          </a:p>
        </p:txBody>
      </p:sp>
      <p:pic>
        <p:nvPicPr>
          <p:cNvPr id="6" name="Graphique 5" descr="Rose avec un remplissage uni">
            <a:extLst>
              <a:ext uri="{FF2B5EF4-FFF2-40B4-BE49-F238E27FC236}">
                <a16:creationId xmlns:a16="http://schemas.microsoft.com/office/drawing/2014/main" id="{54A8F880-3C75-3628-906E-A09236B3D58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427395" y="4962788"/>
            <a:ext cx="914400" cy="914400"/>
          </a:xfrm>
          <a:prstGeom prst="rect">
            <a:avLst/>
          </a:prstGeom>
        </p:spPr>
      </p:pic>
      <p:pic>
        <p:nvPicPr>
          <p:cNvPr id="13" name="Graphique 12" descr="Hippopotame avec un remplissage uni">
            <a:extLst>
              <a:ext uri="{FF2B5EF4-FFF2-40B4-BE49-F238E27FC236}">
                <a16:creationId xmlns:a16="http://schemas.microsoft.com/office/drawing/2014/main" id="{E2C7F555-E790-E809-AB4C-643EA9B2E74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16008" y="5072211"/>
            <a:ext cx="914400" cy="914400"/>
          </a:xfrm>
          <a:prstGeom prst="rect">
            <a:avLst/>
          </a:prstGeom>
        </p:spPr>
      </p:pic>
      <p:sp>
        <p:nvSpPr>
          <p:cNvPr id="7" name="ZoneTexte 6">
            <a:extLst>
              <a:ext uri="{FF2B5EF4-FFF2-40B4-BE49-F238E27FC236}">
                <a16:creationId xmlns:a16="http://schemas.microsoft.com/office/drawing/2014/main" id="{D16ED2FB-288F-AF0E-C0C5-69F6DCC1155C}"/>
              </a:ext>
            </a:extLst>
          </p:cNvPr>
          <p:cNvSpPr txBox="1"/>
          <p:nvPr/>
        </p:nvSpPr>
        <p:spPr>
          <a:xfrm>
            <a:off x="197515" y="1140861"/>
            <a:ext cx="4824141" cy="5139869"/>
          </a:xfrm>
          <a:prstGeom prst="rect">
            <a:avLst/>
          </a:prstGeom>
          <a:noFill/>
        </p:spPr>
        <p:txBody>
          <a:bodyPr wrap="none" lIns="91440" tIns="45720" rIns="91440" bIns="45720" rtlCol="0" anchor="t">
            <a:spAutoFit/>
          </a:bodyPr>
          <a:lstStyle/>
          <a:p>
            <a:pPr marL="457200" indent="-457200">
              <a:buFont typeface="Calibri"/>
              <a:buChar char="-"/>
            </a:pPr>
            <a:r>
              <a:rPr lang="fr-FR" sz="2800"/>
              <a:t>IA -&gt; BT puis ML</a:t>
            </a:r>
          </a:p>
          <a:p>
            <a:pPr marL="457200" indent="-457200">
              <a:buFont typeface="Calibri"/>
              <a:buChar char="-"/>
            </a:pPr>
            <a:endParaRPr lang="fr-FR" sz="2800"/>
          </a:p>
          <a:p>
            <a:pPr marL="457200" indent="-457200">
              <a:buFont typeface="Calibri"/>
              <a:buChar char="-"/>
            </a:pPr>
            <a:r>
              <a:rPr lang="fr-FR" sz="2800"/>
              <a:t>Architecture préparée</a:t>
            </a:r>
          </a:p>
          <a:p>
            <a:pPr marL="457200" indent="-457200">
              <a:buFont typeface="Calibri"/>
              <a:buChar char="-"/>
            </a:pPr>
            <a:endParaRPr lang="fr-FR" sz="2800"/>
          </a:p>
          <a:p>
            <a:pPr marL="457200" indent="-457200">
              <a:buFont typeface="Calibri"/>
              <a:buChar char="-"/>
            </a:pPr>
            <a:r>
              <a:rPr lang="fr-FR" sz="2800"/>
              <a:t>Découpage en 6 itérations</a:t>
            </a:r>
          </a:p>
          <a:p>
            <a:pPr marL="457200" indent="-457200">
              <a:buFont typeface="Calibri"/>
              <a:buChar char="-"/>
            </a:pPr>
            <a:endParaRPr lang="fr-FR" sz="2800"/>
          </a:p>
          <a:p>
            <a:pPr marL="457200" indent="-457200">
              <a:buFont typeface="Calibri"/>
              <a:buChar char="-"/>
            </a:pPr>
            <a:r>
              <a:rPr lang="fr-FR" sz="2800"/>
              <a:t>Risques maîtrisés</a:t>
            </a:r>
          </a:p>
          <a:p>
            <a:pPr marL="457200" indent="-457200">
              <a:buFont typeface="Calibri"/>
              <a:buChar char="-"/>
            </a:pPr>
            <a:endParaRPr lang="fr-FR" sz="2800"/>
          </a:p>
          <a:p>
            <a:pPr marL="457200" indent="-457200">
              <a:buFont typeface="Calibri"/>
              <a:buChar char="-"/>
            </a:pPr>
            <a:r>
              <a:rPr lang="fr-FR" sz="2800"/>
              <a:t>Concept solide et motivant</a:t>
            </a:r>
            <a:endParaRPr lang="fr-FR" sz="2800" noProof="0"/>
          </a:p>
          <a:p>
            <a:pPr marL="342900" indent="-342900">
              <a:buFont typeface="Calibri"/>
              <a:buChar char="-"/>
            </a:pPr>
            <a:endParaRPr lang="fr-FR" sz="2400" noProof="0"/>
          </a:p>
          <a:p>
            <a:pPr marL="457200" indent="-457200">
              <a:buFont typeface="Calibri"/>
              <a:buChar char="-"/>
            </a:pPr>
            <a:endParaRPr lang="fr-FR" sz="2400" noProof="0"/>
          </a:p>
          <a:p>
            <a:pPr marL="457200" indent="-457200">
              <a:buFont typeface="Calibri"/>
              <a:buChar char="-"/>
            </a:pPr>
            <a:endParaRPr lang="fr-FR" sz="2800"/>
          </a:p>
        </p:txBody>
      </p:sp>
    </p:spTree>
    <p:extLst>
      <p:ext uri="{BB962C8B-B14F-4D97-AF65-F5344CB8AC3E}">
        <p14:creationId xmlns:p14="http://schemas.microsoft.com/office/powerpoint/2010/main" val="1195386370"/>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13</Slides>
  <Notes>6</Notes>
  <HiddenSlides>0</HiddenSlide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Thème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Hugo Rochedreux</dc:creator>
  <cp:revision>1</cp:revision>
  <dcterms:created xsi:type="dcterms:W3CDTF">2025-11-06T07:06:41Z</dcterms:created>
  <dcterms:modified xsi:type="dcterms:W3CDTF">2025-11-07T12:38:16Z</dcterms:modified>
</cp:coreProperties>
</file>